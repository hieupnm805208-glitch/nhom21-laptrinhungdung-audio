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Lst>
  <p:sldSz cx="12192000" cy="6858000"/>
  <p:notesSz cx="6858000" cy="9144000"/>
  <p:defaultTextStyle>
    <a:defPPr>
      <a:defRPr lang="en-US"/>
    </a:defPPr>
    <a:lvl1pPr marL="0" algn="l" defTabSz="914218" rtl="0" eaLnBrk="1" latinLnBrk="0" hangingPunct="1">
      <a:defRPr sz="1800" kern="1200">
        <a:solidFill>
          <a:schemeClr val="tx1"/>
        </a:solidFill>
        <a:latin typeface="+mn-lt"/>
        <a:ea typeface="+mn-ea"/>
        <a:cs typeface="+mn-cs"/>
      </a:defRPr>
    </a:lvl1pPr>
    <a:lvl2pPr marL="457108" algn="l" defTabSz="914218" rtl="0" eaLnBrk="1" latinLnBrk="0" hangingPunct="1">
      <a:defRPr sz="1800" kern="1200">
        <a:solidFill>
          <a:schemeClr val="tx1"/>
        </a:solidFill>
        <a:latin typeface="+mn-lt"/>
        <a:ea typeface="+mn-ea"/>
        <a:cs typeface="+mn-cs"/>
      </a:defRPr>
    </a:lvl2pPr>
    <a:lvl3pPr marL="914218" algn="l" defTabSz="914218" rtl="0" eaLnBrk="1" latinLnBrk="0" hangingPunct="1">
      <a:defRPr sz="1800" kern="1200">
        <a:solidFill>
          <a:schemeClr val="tx1"/>
        </a:solidFill>
        <a:latin typeface="+mn-lt"/>
        <a:ea typeface="+mn-ea"/>
        <a:cs typeface="+mn-cs"/>
      </a:defRPr>
    </a:lvl3pPr>
    <a:lvl4pPr marL="1371326" algn="l" defTabSz="914218" rtl="0" eaLnBrk="1" latinLnBrk="0" hangingPunct="1">
      <a:defRPr sz="1800" kern="1200">
        <a:solidFill>
          <a:schemeClr val="tx1"/>
        </a:solidFill>
        <a:latin typeface="+mn-lt"/>
        <a:ea typeface="+mn-ea"/>
        <a:cs typeface="+mn-cs"/>
      </a:defRPr>
    </a:lvl4pPr>
    <a:lvl5pPr marL="1828434" algn="l" defTabSz="914218" rtl="0" eaLnBrk="1" latinLnBrk="0" hangingPunct="1">
      <a:defRPr sz="1800" kern="1200">
        <a:solidFill>
          <a:schemeClr val="tx1"/>
        </a:solidFill>
        <a:latin typeface="+mn-lt"/>
        <a:ea typeface="+mn-ea"/>
        <a:cs typeface="+mn-cs"/>
      </a:defRPr>
    </a:lvl5pPr>
    <a:lvl6pPr marL="2285543" algn="l" defTabSz="914218" rtl="0" eaLnBrk="1" latinLnBrk="0" hangingPunct="1">
      <a:defRPr sz="1800" kern="1200">
        <a:solidFill>
          <a:schemeClr val="tx1"/>
        </a:solidFill>
        <a:latin typeface="+mn-lt"/>
        <a:ea typeface="+mn-ea"/>
        <a:cs typeface="+mn-cs"/>
      </a:defRPr>
    </a:lvl6pPr>
    <a:lvl7pPr marL="2742652" algn="l" defTabSz="914218" rtl="0" eaLnBrk="1" latinLnBrk="0" hangingPunct="1">
      <a:defRPr sz="1800" kern="1200">
        <a:solidFill>
          <a:schemeClr val="tx1"/>
        </a:solidFill>
        <a:latin typeface="+mn-lt"/>
        <a:ea typeface="+mn-ea"/>
        <a:cs typeface="+mn-cs"/>
      </a:defRPr>
    </a:lvl7pPr>
    <a:lvl8pPr marL="3199760" algn="l" defTabSz="914218" rtl="0" eaLnBrk="1" latinLnBrk="0" hangingPunct="1">
      <a:defRPr sz="1800" kern="1200">
        <a:solidFill>
          <a:schemeClr val="tx1"/>
        </a:solidFill>
        <a:latin typeface="+mn-lt"/>
        <a:ea typeface="+mn-ea"/>
        <a:cs typeface="+mn-cs"/>
      </a:defRPr>
    </a:lvl8pPr>
    <a:lvl9pPr marL="3656868" algn="l" defTabSz="91421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1" d="100"/>
          <a:sy n="111" d="100"/>
        </p:scale>
        <p:origin x="594" y="96"/>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4800">
                <a:solidFill>
                  <a:srgbClr val="C00000"/>
                </a:solidFill>
                <a:latin typeface="Segoe UI Black" panose="020B0A02040204020203" pitchFamily="34" charset="0"/>
                <a:ea typeface="Segoe UI Black" panose="020B0A02040204020203" pitchFamily="34" charset="0"/>
              </a:defRPr>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solidFill>
                  <a:srgbClr val="008080"/>
                </a:solidFill>
                <a:latin typeface="Segoe UI Black" panose="020B0A02040204020203" pitchFamily="34" charset="0"/>
                <a:ea typeface="Segoe UI Black" panose="020B0A02040204020203" pitchFamily="34" charset="0"/>
              </a:defRPr>
            </a:lvl1pPr>
            <a:lvl2pPr marL="457246" indent="0" algn="ctr">
              <a:buNone/>
              <a:defRPr sz="2000"/>
            </a:lvl2pPr>
            <a:lvl3pPr marL="914492" indent="0" algn="ctr">
              <a:buNone/>
              <a:defRPr sz="1800"/>
            </a:lvl3pPr>
            <a:lvl4pPr marL="1371738" indent="0" algn="ctr">
              <a:buNone/>
              <a:defRPr sz="1600"/>
            </a:lvl4pPr>
            <a:lvl5pPr marL="1828983" indent="0" algn="ctr">
              <a:buNone/>
              <a:defRPr sz="1600"/>
            </a:lvl5pPr>
            <a:lvl6pPr marL="2286228" indent="0" algn="ctr">
              <a:buNone/>
              <a:defRPr sz="1600"/>
            </a:lvl6pPr>
            <a:lvl7pPr marL="2743475" indent="0" algn="ctr">
              <a:buNone/>
              <a:defRPr sz="1600"/>
            </a:lvl7pPr>
            <a:lvl8pPr marL="3200720" indent="0" algn="ctr">
              <a:buNone/>
              <a:defRPr sz="1600"/>
            </a:lvl8pPr>
            <a:lvl9pPr marL="3657966"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A3340687-F0A6-4844-9D0E-4A71047B582E}" type="datetime1">
              <a:rPr lang="en-GB" smtClean="0"/>
              <a:t>24/01/2026</a:t>
            </a:fld>
            <a:endParaRPr lang="en-GB"/>
          </a:p>
        </p:txBody>
      </p:sp>
      <p:sp>
        <p:nvSpPr>
          <p:cNvPr id="5" name="Footer Placeholder 4"/>
          <p:cNvSpPr>
            <a:spLocks noGrp="1"/>
          </p:cNvSpPr>
          <p:nvPr>
            <p:ph type="ftr" sz="quarter" idx="11"/>
          </p:nvPr>
        </p:nvSpPr>
        <p:spPr/>
        <p:txBody>
          <a:bodyPr/>
          <a:lstStyle/>
          <a:p>
            <a:r>
              <a:rPr lang="en-GB"/>
              <a:t>KIẾN THỨC - KỸ NĂNG - SÁNG TẠO - HỘI NHẬP</a:t>
            </a:r>
          </a:p>
        </p:txBody>
      </p:sp>
      <p:sp>
        <p:nvSpPr>
          <p:cNvPr id="6" name="Slide Number Placeholder 5"/>
          <p:cNvSpPr>
            <a:spLocks noGrp="1"/>
          </p:cNvSpPr>
          <p:nvPr>
            <p:ph type="sldNum" sz="quarter" idx="12"/>
          </p:nvPr>
        </p:nvSpPr>
        <p:spPr/>
        <p:txBody>
          <a:bodyPr/>
          <a:lstStyle/>
          <a:p>
            <a:fld id="{AA3D6EC1-CEF0-44B9-AC69-1554EEB371D5}" type="slidenum">
              <a:rPr lang="en-GB" smtClean="0"/>
              <a:t>‹#›</a:t>
            </a:fld>
            <a:endParaRPr lang="en-GB"/>
          </a:p>
        </p:txBody>
      </p:sp>
    </p:spTree>
    <p:extLst>
      <p:ext uri="{BB962C8B-B14F-4D97-AF65-F5344CB8AC3E}">
        <p14:creationId xmlns:p14="http://schemas.microsoft.com/office/powerpoint/2010/main" val="2069007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15848B"/>
                </a:solidFill>
              </a:defRPr>
            </a:lvl1pPr>
          </a:lstStyle>
          <a:p>
            <a:r>
              <a:rPr lang="en-US"/>
              <a:t>Click to edit Master title style</a:t>
            </a:r>
            <a:endParaRPr lang="en-GB"/>
          </a:p>
        </p:txBody>
      </p:sp>
      <p:sp>
        <p:nvSpPr>
          <p:cNvPr id="3" name="Content Placeholder 2"/>
          <p:cNvSpPr>
            <a:spLocks noGrp="1"/>
          </p:cNvSpPr>
          <p:nvPr>
            <p:ph idx="1"/>
          </p:nvPr>
        </p:nvSpPr>
        <p:spPr/>
        <p:txBody>
          <a:bodyPr/>
          <a:lstStyle>
            <a:lvl1pPr algn="just">
              <a:defRPr/>
            </a:lvl1pPr>
            <a:lvl2pPr algn="just">
              <a:defRPr/>
            </a:lvl2pPr>
            <a:lvl3pPr algn="just">
              <a:defRPr/>
            </a:lvl3pPr>
            <a:lvl4pPr algn="just">
              <a:defRPr/>
            </a:lvl4pPr>
            <a:lvl5pPr algn="ju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solidFill>
                  <a:schemeClr val="bg1"/>
                </a:solidFill>
              </a:defRPr>
            </a:lvl1pPr>
          </a:lstStyle>
          <a:p>
            <a:fld id="{19E0BBC2-331D-455A-8F34-6CACAAA7B272}" type="datetime1">
              <a:rPr lang="en-GB" smtClean="0"/>
              <a:pPr/>
              <a:t>24/01/2026</a:t>
            </a:fld>
            <a:endParaRPr lang="en-GB"/>
          </a:p>
        </p:txBody>
      </p:sp>
      <p:sp>
        <p:nvSpPr>
          <p:cNvPr id="5" name="Footer Placeholder 4"/>
          <p:cNvSpPr>
            <a:spLocks noGrp="1"/>
          </p:cNvSpPr>
          <p:nvPr>
            <p:ph type="ftr" sz="quarter" idx="11"/>
          </p:nvPr>
        </p:nvSpPr>
        <p:spPr/>
        <p:txBody>
          <a:bodyPr/>
          <a:lstStyle/>
          <a:p>
            <a:r>
              <a:rPr lang="en-GB"/>
              <a:t>KIẾN THỨC - KỸ NĂNG - SÁNG TẠO - HỘI NHẬP</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A3D6EC1-CEF0-44B9-AC69-1554EEB371D5}" type="slidenum">
              <a:rPr lang="en-GB" smtClean="0"/>
              <a:pPr/>
              <a:t>‹#›</a:t>
            </a:fld>
            <a:endParaRPr lang="en-GB"/>
          </a:p>
        </p:txBody>
      </p:sp>
    </p:spTree>
    <p:extLst>
      <p:ext uri="{BB962C8B-B14F-4D97-AF65-F5344CB8AC3E}">
        <p14:creationId xmlns:p14="http://schemas.microsoft.com/office/powerpoint/2010/main" val="4264427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42"/>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7"/>
            <a:ext cx="10515600" cy="1500187"/>
          </a:xfrm>
        </p:spPr>
        <p:txBody>
          <a:bodyPr/>
          <a:lstStyle>
            <a:lvl1pPr marL="0" indent="0">
              <a:buNone/>
              <a:defRPr sz="2400">
                <a:solidFill>
                  <a:schemeClr val="tx1">
                    <a:tint val="75000"/>
                  </a:schemeClr>
                </a:solidFill>
              </a:defRPr>
            </a:lvl1pPr>
            <a:lvl2pPr marL="457246" indent="0">
              <a:buNone/>
              <a:defRPr sz="2000">
                <a:solidFill>
                  <a:schemeClr val="tx1">
                    <a:tint val="75000"/>
                  </a:schemeClr>
                </a:solidFill>
              </a:defRPr>
            </a:lvl2pPr>
            <a:lvl3pPr marL="914492" indent="0">
              <a:buNone/>
              <a:defRPr sz="1800">
                <a:solidFill>
                  <a:schemeClr val="tx1">
                    <a:tint val="75000"/>
                  </a:schemeClr>
                </a:solidFill>
              </a:defRPr>
            </a:lvl3pPr>
            <a:lvl4pPr marL="1371738" indent="0">
              <a:buNone/>
              <a:defRPr sz="1600">
                <a:solidFill>
                  <a:schemeClr val="tx1">
                    <a:tint val="75000"/>
                  </a:schemeClr>
                </a:solidFill>
              </a:defRPr>
            </a:lvl4pPr>
            <a:lvl5pPr marL="1828983" indent="0">
              <a:buNone/>
              <a:defRPr sz="1600">
                <a:solidFill>
                  <a:schemeClr val="tx1">
                    <a:tint val="75000"/>
                  </a:schemeClr>
                </a:solidFill>
              </a:defRPr>
            </a:lvl5pPr>
            <a:lvl6pPr marL="2286228" indent="0">
              <a:buNone/>
              <a:defRPr sz="1600">
                <a:solidFill>
                  <a:schemeClr val="tx1">
                    <a:tint val="75000"/>
                  </a:schemeClr>
                </a:solidFill>
              </a:defRPr>
            </a:lvl6pPr>
            <a:lvl7pPr marL="2743475" indent="0">
              <a:buNone/>
              <a:defRPr sz="1600">
                <a:solidFill>
                  <a:schemeClr val="tx1">
                    <a:tint val="75000"/>
                  </a:schemeClr>
                </a:solidFill>
              </a:defRPr>
            </a:lvl7pPr>
            <a:lvl8pPr marL="3200720" indent="0">
              <a:buNone/>
              <a:defRPr sz="1600">
                <a:solidFill>
                  <a:schemeClr val="tx1">
                    <a:tint val="75000"/>
                  </a:schemeClr>
                </a:solidFill>
              </a:defRPr>
            </a:lvl8pPr>
            <a:lvl9pPr marL="3657966"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2796F3C-EA11-4B8E-A5D6-898715DAA61A}" type="datetime1">
              <a:rPr lang="en-GB" smtClean="0"/>
              <a:t>24/01/2026</a:t>
            </a:fld>
            <a:endParaRPr lang="en-GB"/>
          </a:p>
        </p:txBody>
      </p:sp>
      <p:sp>
        <p:nvSpPr>
          <p:cNvPr id="5" name="Footer Placeholder 4"/>
          <p:cNvSpPr>
            <a:spLocks noGrp="1"/>
          </p:cNvSpPr>
          <p:nvPr>
            <p:ph type="ftr" sz="quarter" idx="11"/>
          </p:nvPr>
        </p:nvSpPr>
        <p:spPr/>
        <p:txBody>
          <a:bodyPr/>
          <a:lstStyle/>
          <a:p>
            <a:r>
              <a:rPr lang="en-GB"/>
              <a:t>KIẾN THỨC - KỸ NĂNG - SÁNG TẠO - HỘI NHẬP</a:t>
            </a:r>
          </a:p>
        </p:txBody>
      </p:sp>
      <p:sp>
        <p:nvSpPr>
          <p:cNvPr id="6" name="Slide Number Placeholder 5"/>
          <p:cNvSpPr>
            <a:spLocks noGrp="1"/>
          </p:cNvSpPr>
          <p:nvPr>
            <p:ph type="sldNum" sz="quarter" idx="12"/>
          </p:nvPr>
        </p:nvSpPr>
        <p:spPr/>
        <p:txBody>
          <a:bodyPr/>
          <a:lstStyle/>
          <a:p>
            <a:fld id="{AA3D6EC1-CEF0-44B9-AC69-1554EEB371D5}" type="slidenum">
              <a:rPr lang="en-GB" smtClean="0"/>
              <a:t>‹#›</a:t>
            </a:fld>
            <a:endParaRPr lang="en-GB"/>
          </a:p>
        </p:txBody>
      </p:sp>
    </p:spTree>
    <p:extLst>
      <p:ext uri="{BB962C8B-B14F-4D97-AF65-F5344CB8AC3E}">
        <p14:creationId xmlns:p14="http://schemas.microsoft.com/office/powerpoint/2010/main" val="4053709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8080"/>
                </a:solidFill>
              </a:defRPr>
            </a:lvl1pPr>
          </a:lstStyle>
          <a:p>
            <a:r>
              <a:rPr lang="en-US"/>
              <a:t>Click to edit Master title style</a:t>
            </a:r>
            <a:endParaRPr lang="en-GB"/>
          </a:p>
        </p:txBody>
      </p:sp>
      <p:sp>
        <p:nvSpPr>
          <p:cNvPr id="3" name="Content Placeholder 2"/>
          <p:cNvSpPr>
            <a:spLocks noGrp="1"/>
          </p:cNvSpPr>
          <p:nvPr>
            <p:ph sz="half" idx="1"/>
          </p:nvPr>
        </p:nvSpPr>
        <p:spPr>
          <a:xfrm>
            <a:off x="838200" y="2095130"/>
            <a:ext cx="5181600" cy="40818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2095129"/>
            <a:ext cx="5181600" cy="40818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9DE42CF6-A011-4145-8138-B18222BE784F}" type="datetime1">
              <a:rPr lang="en-GB" smtClean="0"/>
              <a:t>24/01/2026</a:t>
            </a:fld>
            <a:endParaRPr lang="en-GB"/>
          </a:p>
        </p:txBody>
      </p:sp>
      <p:sp>
        <p:nvSpPr>
          <p:cNvPr id="6" name="Footer Placeholder 5"/>
          <p:cNvSpPr>
            <a:spLocks noGrp="1"/>
          </p:cNvSpPr>
          <p:nvPr>
            <p:ph type="ftr" sz="quarter" idx="11"/>
          </p:nvPr>
        </p:nvSpPr>
        <p:spPr/>
        <p:txBody>
          <a:bodyPr/>
          <a:lstStyle/>
          <a:p>
            <a:r>
              <a:rPr lang="en-GB"/>
              <a:t>KIẾN THỨC - KỸ NĂNG - SÁNG TẠO - HỘI NHẬP</a:t>
            </a:r>
          </a:p>
        </p:txBody>
      </p:sp>
      <p:sp>
        <p:nvSpPr>
          <p:cNvPr id="7" name="Slide Number Placeholder 6"/>
          <p:cNvSpPr>
            <a:spLocks noGrp="1"/>
          </p:cNvSpPr>
          <p:nvPr>
            <p:ph type="sldNum" sz="quarter" idx="12"/>
          </p:nvPr>
        </p:nvSpPr>
        <p:spPr/>
        <p:txBody>
          <a:bodyPr/>
          <a:lstStyle/>
          <a:p>
            <a:fld id="{AA3D6EC1-CEF0-44B9-AC69-1554EEB371D5}" type="slidenum">
              <a:rPr lang="en-GB" smtClean="0"/>
              <a:t>‹#›</a:t>
            </a:fld>
            <a:endParaRPr lang="en-GB"/>
          </a:p>
        </p:txBody>
      </p:sp>
    </p:spTree>
    <p:extLst>
      <p:ext uri="{BB962C8B-B14F-4D97-AF65-F5344CB8AC3E}">
        <p14:creationId xmlns:p14="http://schemas.microsoft.com/office/powerpoint/2010/main" val="1710018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866776"/>
            <a:ext cx="10515600" cy="823912"/>
          </a:xfrm>
        </p:spPr>
        <p:txBody>
          <a:bodyPr/>
          <a:lstStyle/>
          <a:p>
            <a:r>
              <a:rPr lang="en-US"/>
              <a:t>Click to edit Master title style</a:t>
            </a:r>
            <a:endParaRPr lang="en-GB"/>
          </a:p>
        </p:txBody>
      </p:sp>
      <p:sp>
        <p:nvSpPr>
          <p:cNvPr id="3" name="Text Placeholder 2"/>
          <p:cNvSpPr>
            <a:spLocks noGrp="1"/>
          </p:cNvSpPr>
          <p:nvPr>
            <p:ph type="body" idx="1"/>
          </p:nvPr>
        </p:nvSpPr>
        <p:spPr>
          <a:xfrm>
            <a:off x="839791" y="1857375"/>
            <a:ext cx="5157787" cy="647700"/>
          </a:xfrm>
        </p:spPr>
        <p:txBody>
          <a:bodyPr anchor="b"/>
          <a:lstStyle>
            <a:lvl1pPr marL="0" indent="0">
              <a:buNone/>
              <a:defRPr sz="2400" b="1"/>
            </a:lvl1pPr>
            <a:lvl2pPr marL="457246" indent="0">
              <a:buNone/>
              <a:defRPr sz="2000" b="1"/>
            </a:lvl2pPr>
            <a:lvl3pPr marL="914492" indent="0">
              <a:buNone/>
              <a:defRPr sz="1800" b="1"/>
            </a:lvl3pPr>
            <a:lvl4pPr marL="1371738" indent="0">
              <a:buNone/>
              <a:defRPr sz="1600" b="1"/>
            </a:lvl4pPr>
            <a:lvl5pPr marL="1828983" indent="0">
              <a:buNone/>
              <a:defRPr sz="1600" b="1"/>
            </a:lvl5pPr>
            <a:lvl6pPr marL="2286228" indent="0">
              <a:buNone/>
              <a:defRPr sz="1600" b="1"/>
            </a:lvl6pPr>
            <a:lvl7pPr marL="2743475" indent="0">
              <a:buNone/>
              <a:defRPr sz="1600" b="1"/>
            </a:lvl7pPr>
            <a:lvl8pPr marL="3200720" indent="0">
              <a:buNone/>
              <a:defRPr sz="1600" b="1"/>
            </a:lvl8pPr>
            <a:lvl9pPr marL="3657966"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91"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857375"/>
            <a:ext cx="5183188" cy="647700"/>
          </a:xfrm>
        </p:spPr>
        <p:txBody>
          <a:bodyPr anchor="b"/>
          <a:lstStyle>
            <a:lvl1pPr marL="0" indent="0">
              <a:buNone/>
              <a:defRPr sz="2400" b="1"/>
            </a:lvl1pPr>
            <a:lvl2pPr marL="457246" indent="0">
              <a:buNone/>
              <a:defRPr sz="2000" b="1"/>
            </a:lvl2pPr>
            <a:lvl3pPr marL="914492" indent="0">
              <a:buNone/>
              <a:defRPr sz="1800" b="1"/>
            </a:lvl3pPr>
            <a:lvl4pPr marL="1371738" indent="0">
              <a:buNone/>
              <a:defRPr sz="1600" b="1"/>
            </a:lvl4pPr>
            <a:lvl5pPr marL="1828983" indent="0">
              <a:buNone/>
              <a:defRPr sz="1600" b="1"/>
            </a:lvl5pPr>
            <a:lvl6pPr marL="2286228" indent="0">
              <a:buNone/>
              <a:defRPr sz="1600" b="1"/>
            </a:lvl6pPr>
            <a:lvl7pPr marL="2743475" indent="0">
              <a:buNone/>
              <a:defRPr sz="1600" b="1"/>
            </a:lvl7pPr>
            <a:lvl8pPr marL="3200720" indent="0">
              <a:buNone/>
              <a:defRPr sz="1600" b="1"/>
            </a:lvl8pPr>
            <a:lvl9pPr marL="3657966"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16776141-2144-4216-A5D8-625EEC9D46A7}" type="datetime1">
              <a:rPr lang="en-GB" smtClean="0"/>
              <a:t>24/01/2026</a:t>
            </a:fld>
            <a:endParaRPr lang="en-GB"/>
          </a:p>
        </p:txBody>
      </p:sp>
      <p:sp>
        <p:nvSpPr>
          <p:cNvPr id="8" name="Footer Placeholder 7"/>
          <p:cNvSpPr>
            <a:spLocks noGrp="1"/>
          </p:cNvSpPr>
          <p:nvPr>
            <p:ph type="ftr" sz="quarter" idx="11"/>
          </p:nvPr>
        </p:nvSpPr>
        <p:spPr/>
        <p:txBody>
          <a:bodyPr/>
          <a:lstStyle/>
          <a:p>
            <a:r>
              <a:rPr lang="en-GB"/>
              <a:t>KIẾN THỨC - KỸ NĂNG - SÁNG TẠO - HỘI NHẬP</a:t>
            </a:r>
          </a:p>
        </p:txBody>
      </p:sp>
      <p:sp>
        <p:nvSpPr>
          <p:cNvPr id="9" name="Slide Number Placeholder 8"/>
          <p:cNvSpPr>
            <a:spLocks noGrp="1"/>
          </p:cNvSpPr>
          <p:nvPr>
            <p:ph type="sldNum" sz="quarter" idx="12"/>
          </p:nvPr>
        </p:nvSpPr>
        <p:spPr/>
        <p:txBody>
          <a:bodyPr/>
          <a:lstStyle/>
          <a:p>
            <a:fld id="{AA3D6EC1-CEF0-44B9-AC69-1554EEB371D5}" type="slidenum">
              <a:rPr lang="en-GB" smtClean="0"/>
              <a:t>‹#›</a:t>
            </a:fld>
            <a:endParaRPr lang="en-GB"/>
          </a:p>
        </p:txBody>
      </p:sp>
    </p:spTree>
    <p:extLst>
      <p:ext uri="{BB962C8B-B14F-4D97-AF65-F5344CB8AC3E}">
        <p14:creationId xmlns:p14="http://schemas.microsoft.com/office/powerpoint/2010/main" val="913579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D5231884-8841-474E-B980-3663B77BB24B}" type="datetime1">
              <a:rPr lang="en-GB" smtClean="0"/>
              <a:t>24/01/2026</a:t>
            </a:fld>
            <a:endParaRPr lang="en-GB"/>
          </a:p>
        </p:txBody>
      </p:sp>
      <p:sp>
        <p:nvSpPr>
          <p:cNvPr id="4" name="Footer Placeholder 3"/>
          <p:cNvSpPr>
            <a:spLocks noGrp="1"/>
          </p:cNvSpPr>
          <p:nvPr>
            <p:ph type="ftr" sz="quarter" idx="11"/>
          </p:nvPr>
        </p:nvSpPr>
        <p:spPr/>
        <p:txBody>
          <a:bodyPr/>
          <a:lstStyle/>
          <a:p>
            <a:r>
              <a:rPr lang="en-GB"/>
              <a:t>KIẾN THỨC - KỸ NĂNG - SÁNG TẠO - HỘI NHẬP</a:t>
            </a:r>
          </a:p>
        </p:txBody>
      </p:sp>
      <p:sp>
        <p:nvSpPr>
          <p:cNvPr id="5" name="Slide Number Placeholder 4"/>
          <p:cNvSpPr>
            <a:spLocks noGrp="1"/>
          </p:cNvSpPr>
          <p:nvPr>
            <p:ph type="sldNum" sz="quarter" idx="12"/>
          </p:nvPr>
        </p:nvSpPr>
        <p:spPr/>
        <p:txBody>
          <a:bodyPr/>
          <a:lstStyle/>
          <a:p>
            <a:fld id="{AA3D6EC1-CEF0-44B9-AC69-1554EEB371D5}" type="slidenum">
              <a:rPr lang="en-GB" smtClean="0"/>
              <a:t>‹#›</a:t>
            </a:fld>
            <a:endParaRPr lang="en-GB"/>
          </a:p>
        </p:txBody>
      </p:sp>
    </p:spTree>
    <p:extLst>
      <p:ext uri="{BB962C8B-B14F-4D97-AF65-F5344CB8AC3E}">
        <p14:creationId xmlns:p14="http://schemas.microsoft.com/office/powerpoint/2010/main" val="2539901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1E740A-6F50-4770-9109-746EC93EBE8F}" type="datetime1">
              <a:rPr lang="en-GB" smtClean="0"/>
              <a:t>24/01/2026</a:t>
            </a:fld>
            <a:endParaRPr lang="en-GB"/>
          </a:p>
        </p:txBody>
      </p:sp>
      <p:sp>
        <p:nvSpPr>
          <p:cNvPr id="3" name="Footer Placeholder 2"/>
          <p:cNvSpPr>
            <a:spLocks noGrp="1"/>
          </p:cNvSpPr>
          <p:nvPr>
            <p:ph type="ftr" sz="quarter" idx="11"/>
          </p:nvPr>
        </p:nvSpPr>
        <p:spPr/>
        <p:txBody>
          <a:bodyPr/>
          <a:lstStyle/>
          <a:p>
            <a:r>
              <a:rPr lang="en-GB"/>
              <a:t>KIẾN THỨC - KỸ NĂNG - SÁNG TẠO - HỘI NHẬP</a:t>
            </a:r>
          </a:p>
        </p:txBody>
      </p:sp>
      <p:sp>
        <p:nvSpPr>
          <p:cNvPr id="4" name="Slide Number Placeholder 3"/>
          <p:cNvSpPr>
            <a:spLocks noGrp="1"/>
          </p:cNvSpPr>
          <p:nvPr>
            <p:ph type="sldNum" sz="quarter" idx="12"/>
          </p:nvPr>
        </p:nvSpPr>
        <p:spPr/>
        <p:txBody>
          <a:bodyPr/>
          <a:lstStyle/>
          <a:p>
            <a:fld id="{AA3D6EC1-CEF0-44B9-AC69-1554EEB371D5}" type="slidenum">
              <a:rPr lang="en-GB" smtClean="0"/>
              <a:t>‹#›</a:t>
            </a:fld>
            <a:endParaRPr lang="en-GB"/>
          </a:p>
        </p:txBody>
      </p:sp>
    </p:spTree>
    <p:extLst>
      <p:ext uri="{BB962C8B-B14F-4D97-AF65-F5344CB8AC3E}">
        <p14:creationId xmlns:p14="http://schemas.microsoft.com/office/powerpoint/2010/main" val="4057016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1" y="987428"/>
            <a:ext cx="3932237" cy="1069975"/>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9"/>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91" y="2057400"/>
            <a:ext cx="3932237" cy="3811588"/>
          </a:xfrm>
        </p:spPr>
        <p:txBody>
          <a:bodyPr/>
          <a:lstStyle>
            <a:lvl1pPr marL="0" indent="0">
              <a:buNone/>
              <a:defRPr sz="1600"/>
            </a:lvl1pPr>
            <a:lvl2pPr marL="457246" indent="0">
              <a:buNone/>
              <a:defRPr sz="1400"/>
            </a:lvl2pPr>
            <a:lvl3pPr marL="914492" indent="0">
              <a:buNone/>
              <a:defRPr sz="1200"/>
            </a:lvl3pPr>
            <a:lvl4pPr marL="1371738" indent="0">
              <a:buNone/>
              <a:defRPr sz="1000"/>
            </a:lvl4pPr>
            <a:lvl5pPr marL="1828983" indent="0">
              <a:buNone/>
              <a:defRPr sz="1000"/>
            </a:lvl5pPr>
            <a:lvl6pPr marL="2286228" indent="0">
              <a:buNone/>
              <a:defRPr sz="1000"/>
            </a:lvl6pPr>
            <a:lvl7pPr marL="2743475" indent="0">
              <a:buNone/>
              <a:defRPr sz="1000"/>
            </a:lvl7pPr>
            <a:lvl8pPr marL="3200720" indent="0">
              <a:buNone/>
              <a:defRPr sz="1000"/>
            </a:lvl8pPr>
            <a:lvl9pPr marL="3657966"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933542-D7FF-4C5D-BCD1-FC068661ADB1}" type="datetime1">
              <a:rPr lang="en-GB" smtClean="0"/>
              <a:t>24/01/2026</a:t>
            </a:fld>
            <a:endParaRPr lang="en-GB"/>
          </a:p>
        </p:txBody>
      </p:sp>
      <p:sp>
        <p:nvSpPr>
          <p:cNvPr id="6" name="Footer Placeholder 5"/>
          <p:cNvSpPr>
            <a:spLocks noGrp="1"/>
          </p:cNvSpPr>
          <p:nvPr>
            <p:ph type="ftr" sz="quarter" idx="11"/>
          </p:nvPr>
        </p:nvSpPr>
        <p:spPr/>
        <p:txBody>
          <a:bodyPr/>
          <a:lstStyle/>
          <a:p>
            <a:r>
              <a:rPr lang="en-GB"/>
              <a:t>KIẾN THỨC - KỸ NĂNG - SÁNG TẠO - HỘI NHẬP</a:t>
            </a:r>
          </a:p>
        </p:txBody>
      </p:sp>
      <p:sp>
        <p:nvSpPr>
          <p:cNvPr id="7" name="Slide Number Placeholder 6"/>
          <p:cNvSpPr>
            <a:spLocks noGrp="1"/>
          </p:cNvSpPr>
          <p:nvPr>
            <p:ph type="sldNum" sz="quarter" idx="12"/>
          </p:nvPr>
        </p:nvSpPr>
        <p:spPr/>
        <p:txBody>
          <a:bodyPr/>
          <a:lstStyle/>
          <a:p>
            <a:fld id="{AA3D6EC1-CEF0-44B9-AC69-1554EEB371D5}" type="slidenum">
              <a:rPr lang="en-GB" smtClean="0"/>
              <a:t>‹#›</a:t>
            </a:fld>
            <a:endParaRPr lang="en-GB"/>
          </a:p>
        </p:txBody>
      </p:sp>
    </p:spTree>
    <p:extLst>
      <p:ext uri="{BB962C8B-B14F-4D97-AF65-F5344CB8AC3E}">
        <p14:creationId xmlns:p14="http://schemas.microsoft.com/office/powerpoint/2010/main" val="2556821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1"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9"/>
            <a:ext cx="6172200" cy="4873625"/>
          </a:xfrm>
        </p:spPr>
        <p:txBody>
          <a:bodyPr/>
          <a:lstStyle>
            <a:lvl1pPr marL="0" indent="0">
              <a:buNone/>
              <a:defRPr sz="3200"/>
            </a:lvl1pPr>
            <a:lvl2pPr marL="457246" indent="0">
              <a:buNone/>
              <a:defRPr sz="2800"/>
            </a:lvl2pPr>
            <a:lvl3pPr marL="914492" indent="0">
              <a:buNone/>
              <a:defRPr sz="2400"/>
            </a:lvl3pPr>
            <a:lvl4pPr marL="1371738" indent="0">
              <a:buNone/>
              <a:defRPr sz="2000"/>
            </a:lvl4pPr>
            <a:lvl5pPr marL="1828983" indent="0">
              <a:buNone/>
              <a:defRPr sz="2000"/>
            </a:lvl5pPr>
            <a:lvl6pPr marL="2286228" indent="0">
              <a:buNone/>
              <a:defRPr sz="2000"/>
            </a:lvl6pPr>
            <a:lvl7pPr marL="2743475" indent="0">
              <a:buNone/>
              <a:defRPr sz="2000"/>
            </a:lvl7pPr>
            <a:lvl8pPr marL="3200720" indent="0">
              <a:buNone/>
              <a:defRPr sz="2000"/>
            </a:lvl8pPr>
            <a:lvl9pPr marL="3657966" indent="0">
              <a:buNone/>
              <a:defRPr sz="2000"/>
            </a:lvl9pPr>
          </a:lstStyle>
          <a:p>
            <a:r>
              <a:rPr lang="en-US"/>
              <a:t>Click icon to add picture</a:t>
            </a:r>
            <a:endParaRPr lang="en-GB"/>
          </a:p>
        </p:txBody>
      </p:sp>
      <p:sp>
        <p:nvSpPr>
          <p:cNvPr id="4" name="Text Placeholder 3"/>
          <p:cNvSpPr>
            <a:spLocks noGrp="1"/>
          </p:cNvSpPr>
          <p:nvPr>
            <p:ph type="body" sz="half" idx="2"/>
          </p:nvPr>
        </p:nvSpPr>
        <p:spPr>
          <a:xfrm>
            <a:off x="839791" y="2057400"/>
            <a:ext cx="3932237" cy="3811588"/>
          </a:xfrm>
        </p:spPr>
        <p:txBody>
          <a:bodyPr/>
          <a:lstStyle>
            <a:lvl1pPr marL="0" indent="0">
              <a:buNone/>
              <a:defRPr sz="1600"/>
            </a:lvl1pPr>
            <a:lvl2pPr marL="457246" indent="0">
              <a:buNone/>
              <a:defRPr sz="1400"/>
            </a:lvl2pPr>
            <a:lvl3pPr marL="914492" indent="0">
              <a:buNone/>
              <a:defRPr sz="1200"/>
            </a:lvl3pPr>
            <a:lvl4pPr marL="1371738" indent="0">
              <a:buNone/>
              <a:defRPr sz="1000"/>
            </a:lvl4pPr>
            <a:lvl5pPr marL="1828983" indent="0">
              <a:buNone/>
              <a:defRPr sz="1000"/>
            </a:lvl5pPr>
            <a:lvl6pPr marL="2286228" indent="0">
              <a:buNone/>
              <a:defRPr sz="1000"/>
            </a:lvl6pPr>
            <a:lvl7pPr marL="2743475" indent="0">
              <a:buNone/>
              <a:defRPr sz="1000"/>
            </a:lvl7pPr>
            <a:lvl8pPr marL="3200720" indent="0">
              <a:buNone/>
              <a:defRPr sz="1000"/>
            </a:lvl8pPr>
            <a:lvl9pPr marL="3657966"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A70A37-54E1-46AB-854A-7F4CAEAC5932}" type="datetime1">
              <a:rPr lang="en-GB" smtClean="0"/>
              <a:t>24/01/2026</a:t>
            </a:fld>
            <a:endParaRPr lang="en-GB"/>
          </a:p>
        </p:txBody>
      </p:sp>
      <p:sp>
        <p:nvSpPr>
          <p:cNvPr id="6" name="Footer Placeholder 5"/>
          <p:cNvSpPr>
            <a:spLocks noGrp="1"/>
          </p:cNvSpPr>
          <p:nvPr>
            <p:ph type="ftr" sz="quarter" idx="11"/>
          </p:nvPr>
        </p:nvSpPr>
        <p:spPr/>
        <p:txBody>
          <a:bodyPr/>
          <a:lstStyle/>
          <a:p>
            <a:r>
              <a:rPr lang="en-GB"/>
              <a:t>KIẾN THỨC - KỸ NĂNG - SÁNG TẠO - HỘI NHẬP</a:t>
            </a:r>
          </a:p>
        </p:txBody>
      </p:sp>
      <p:sp>
        <p:nvSpPr>
          <p:cNvPr id="7" name="Slide Number Placeholder 6"/>
          <p:cNvSpPr>
            <a:spLocks noGrp="1"/>
          </p:cNvSpPr>
          <p:nvPr>
            <p:ph type="sldNum" sz="quarter" idx="12"/>
          </p:nvPr>
        </p:nvSpPr>
        <p:spPr/>
        <p:txBody>
          <a:bodyPr/>
          <a:lstStyle/>
          <a:p>
            <a:fld id="{AA3D6EC1-CEF0-44B9-AC69-1554EEB371D5}" type="slidenum">
              <a:rPr lang="en-GB" smtClean="0"/>
              <a:t>‹#›</a:t>
            </a:fld>
            <a:endParaRPr lang="en-GB"/>
          </a:p>
        </p:txBody>
      </p:sp>
    </p:spTree>
    <p:extLst>
      <p:ext uri="{BB962C8B-B14F-4D97-AF65-F5344CB8AC3E}">
        <p14:creationId xmlns:p14="http://schemas.microsoft.com/office/powerpoint/2010/main" val="1289903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85F13F3-5CA4-464A-A58E-B619976AB19A}" type="datetime1">
              <a:rPr lang="en-GB" smtClean="0"/>
              <a:t>24/01/2026</a:t>
            </a:fld>
            <a:endParaRPr lang="en-GB"/>
          </a:p>
        </p:txBody>
      </p:sp>
      <p:sp>
        <p:nvSpPr>
          <p:cNvPr id="5" name="Footer Placeholder 4"/>
          <p:cNvSpPr>
            <a:spLocks noGrp="1"/>
          </p:cNvSpPr>
          <p:nvPr>
            <p:ph type="ftr" sz="quarter" idx="11"/>
          </p:nvPr>
        </p:nvSpPr>
        <p:spPr/>
        <p:txBody>
          <a:bodyPr/>
          <a:lstStyle/>
          <a:p>
            <a:r>
              <a:rPr lang="en-GB"/>
              <a:t>KIẾN THỨC - KỸ NĂNG - SÁNG TẠO - HỘI NHẬP</a:t>
            </a:r>
          </a:p>
        </p:txBody>
      </p:sp>
      <p:sp>
        <p:nvSpPr>
          <p:cNvPr id="6" name="Slide Number Placeholder 5"/>
          <p:cNvSpPr>
            <a:spLocks noGrp="1"/>
          </p:cNvSpPr>
          <p:nvPr>
            <p:ph type="sldNum" sz="quarter" idx="12"/>
          </p:nvPr>
        </p:nvSpPr>
        <p:spPr/>
        <p:txBody>
          <a:bodyPr/>
          <a:lstStyle/>
          <a:p>
            <a:fld id="{AA3D6EC1-CEF0-44B9-AC69-1554EEB371D5}" type="slidenum">
              <a:rPr lang="en-GB" smtClean="0"/>
              <a:t>‹#›</a:t>
            </a:fld>
            <a:endParaRPr lang="en-GB"/>
          </a:p>
        </p:txBody>
      </p:sp>
    </p:spTree>
    <p:extLst>
      <p:ext uri="{BB962C8B-B14F-4D97-AF65-F5344CB8AC3E}">
        <p14:creationId xmlns:p14="http://schemas.microsoft.com/office/powerpoint/2010/main" val="2767026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6"/>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6"/>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580203B-5407-419A-8A7D-10870893C35F}" type="datetime1">
              <a:rPr lang="en-GB" smtClean="0"/>
              <a:t>24/01/2026</a:t>
            </a:fld>
            <a:endParaRPr lang="en-GB"/>
          </a:p>
        </p:txBody>
      </p:sp>
      <p:sp>
        <p:nvSpPr>
          <p:cNvPr id="5" name="Footer Placeholder 4"/>
          <p:cNvSpPr>
            <a:spLocks noGrp="1"/>
          </p:cNvSpPr>
          <p:nvPr>
            <p:ph type="ftr" sz="quarter" idx="11"/>
          </p:nvPr>
        </p:nvSpPr>
        <p:spPr/>
        <p:txBody>
          <a:bodyPr/>
          <a:lstStyle/>
          <a:p>
            <a:r>
              <a:rPr lang="en-GB"/>
              <a:t>KIẾN THỨC - KỸ NĂNG - SÁNG TẠO - HỘI NHẬP</a:t>
            </a:r>
          </a:p>
        </p:txBody>
      </p:sp>
      <p:sp>
        <p:nvSpPr>
          <p:cNvPr id="6" name="Slide Number Placeholder 5"/>
          <p:cNvSpPr>
            <a:spLocks noGrp="1"/>
          </p:cNvSpPr>
          <p:nvPr>
            <p:ph type="sldNum" sz="quarter" idx="12"/>
          </p:nvPr>
        </p:nvSpPr>
        <p:spPr/>
        <p:txBody>
          <a:bodyPr/>
          <a:lstStyle/>
          <a:p>
            <a:fld id="{AA3D6EC1-CEF0-44B9-AC69-1554EEB371D5}" type="slidenum">
              <a:rPr lang="en-GB" smtClean="0"/>
              <a:t>‹#›</a:t>
            </a:fld>
            <a:endParaRPr lang="en-GB"/>
          </a:p>
        </p:txBody>
      </p:sp>
    </p:spTree>
    <p:extLst>
      <p:ext uri="{BB962C8B-B14F-4D97-AF65-F5344CB8AC3E}">
        <p14:creationId xmlns:p14="http://schemas.microsoft.com/office/powerpoint/2010/main" val="5871228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228232"/>
            <a:ext cx="10515600" cy="76741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2175030"/>
            <a:ext cx="10515600" cy="400193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1200">
                <a:solidFill>
                  <a:schemeClr val="bg1"/>
                </a:solidFill>
              </a:defRPr>
            </a:lvl1pPr>
          </a:lstStyle>
          <a:p>
            <a:fld id="{4C18046E-BA9B-4548-A8AC-F9F2F702B23B}" type="datetime1">
              <a:rPr lang="en-GB" smtClean="0"/>
              <a:pPr/>
              <a:t>24/01/2026</a:t>
            </a:fld>
            <a:endParaRPr lang="en-GB"/>
          </a:p>
        </p:txBody>
      </p:sp>
      <p:sp>
        <p:nvSpPr>
          <p:cNvPr id="5" name="Footer Placeholder 4"/>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1200">
                <a:solidFill>
                  <a:srgbClr val="C00000"/>
                </a:solidFill>
              </a:defRPr>
            </a:lvl1pPr>
          </a:lstStyle>
          <a:p>
            <a:r>
              <a:rPr lang="en-GB"/>
              <a:t>KIẾN THỨC - KỸ NĂNG - SÁNG TẠO - HỘI NHẬP</a:t>
            </a:r>
          </a:p>
        </p:txBody>
      </p:sp>
      <p:sp>
        <p:nvSpPr>
          <p:cNvPr id="6" name="Slide Number Placeholder 5"/>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1200">
                <a:solidFill>
                  <a:schemeClr val="bg1"/>
                </a:solidFill>
              </a:defRPr>
            </a:lvl1pPr>
          </a:lstStyle>
          <a:p>
            <a:fld id="{AA3D6EC1-CEF0-44B9-AC69-1554EEB371D5}" type="slidenum">
              <a:rPr lang="en-GB" smtClean="0"/>
              <a:pPr/>
              <a:t>‹#›</a:t>
            </a:fld>
            <a:endParaRPr lang="en-GB"/>
          </a:p>
        </p:txBody>
      </p:sp>
      <p:sp>
        <p:nvSpPr>
          <p:cNvPr id="7" name="Title 1">
            <a:extLst>
              <a:ext uri="{FF2B5EF4-FFF2-40B4-BE49-F238E27FC236}">
                <a16:creationId xmlns:a16="http://schemas.microsoft.com/office/drawing/2014/main" id="{03F9058A-D643-E990-0257-69C3B7F9EF2C}"/>
              </a:ext>
            </a:extLst>
          </p:cNvPr>
          <p:cNvSpPr txBox="1">
            <a:spLocks/>
          </p:cNvSpPr>
          <p:nvPr/>
        </p:nvSpPr>
        <p:spPr>
          <a:xfrm>
            <a:off x="5344358" y="228539"/>
            <a:ext cx="6847642" cy="68909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ctr"/>
            <a:r>
              <a:rPr lang="en-US" sz="2400" b="1">
                <a:solidFill>
                  <a:srgbClr val="008080"/>
                </a:solidFill>
              </a:rPr>
              <a:t>TRƯỜNG ĐẠI HỌC GIAO THÔNG VẬN TẢI </a:t>
            </a:r>
            <a:br>
              <a:rPr lang="en-US" sz="2400" b="1">
                <a:solidFill>
                  <a:srgbClr val="008080"/>
                </a:solidFill>
              </a:rPr>
            </a:br>
            <a:r>
              <a:rPr lang="en-US" sz="2400" b="1">
                <a:solidFill>
                  <a:srgbClr val="008080"/>
                </a:solidFill>
              </a:rPr>
              <a:t>THÀNH PHỐ HỒ CHÍ MINH</a:t>
            </a:r>
            <a:endParaRPr lang="en-GB" sz="2400" b="1" dirty="0"/>
          </a:p>
        </p:txBody>
      </p:sp>
    </p:spTree>
    <p:extLst>
      <p:ext uri="{BB962C8B-B14F-4D97-AF65-F5344CB8AC3E}">
        <p14:creationId xmlns:p14="http://schemas.microsoft.com/office/powerpoint/2010/main" val="37609920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92" rtl="0" eaLnBrk="1" latinLnBrk="0" hangingPunct="1">
        <a:lnSpc>
          <a:spcPct val="90000"/>
        </a:lnSpc>
        <a:spcBef>
          <a:spcPct val="0"/>
        </a:spcBef>
        <a:buNone/>
        <a:defRPr sz="4400" kern="1200">
          <a:solidFill>
            <a:srgbClr val="15848B"/>
          </a:solidFill>
          <a:latin typeface="Segoe UI Black" panose="020B0A02040204020203" pitchFamily="34" charset="0"/>
          <a:ea typeface="Segoe UI Black" panose="020B0A02040204020203" pitchFamily="34" charset="0"/>
          <a:cs typeface="Times New Roman" panose="02020603050405020304" pitchFamily="18" charset="0"/>
        </a:defRPr>
      </a:lvl1pPr>
    </p:titleStyle>
    <p:bodyStyle>
      <a:lvl1pPr marL="228623" indent="-228623" algn="l" defTabSz="914492" rtl="0" eaLnBrk="1" latinLnBrk="0" hangingPunct="1">
        <a:lnSpc>
          <a:spcPct val="90000"/>
        </a:lnSpc>
        <a:spcBef>
          <a:spcPts val="1000"/>
        </a:spcBef>
        <a:buFont typeface="Arial" panose="020B0604020202020204" pitchFamily="34" charset="0"/>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685868" indent="-228623" algn="l" defTabSz="914492" rtl="0" eaLnBrk="1" latinLnBrk="0" hangingPunct="1">
        <a:lnSpc>
          <a:spcPct val="90000"/>
        </a:lnSpc>
        <a:spcBef>
          <a:spcPts val="5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114" indent="-228623" algn="l" defTabSz="914492"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360" indent="-228623" algn="l" defTabSz="914492"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606" indent="-228623" algn="l" defTabSz="914492"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852" indent="-228623" algn="l" defTabSz="91449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98" indent="-228623" algn="l" defTabSz="91449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343" indent="-228623" algn="l" defTabSz="91449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588" indent="-228623" algn="l" defTabSz="91449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92" rtl="0" eaLnBrk="1" latinLnBrk="0" hangingPunct="1">
        <a:defRPr sz="1800" kern="1200">
          <a:solidFill>
            <a:schemeClr val="tx1"/>
          </a:solidFill>
          <a:latin typeface="+mn-lt"/>
          <a:ea typeface="+mn-ea"/>
          <a:cs typeface="+mn-cs"/>
        </a:defRPr>
      </a:lvl1pPr>
      <a:lvl2pPr marL="457246" algn="l" defTabSz="914492" rtl="0" eaLnBrk="1" latinLnBrk="0" hangingPunct="1">
        <a:defRPr sz="1800" kern="1200">
          <a:solidFill>
            <a:schemeClr val="tx1"/>
          </a:solidFill>
          <a:latin typeface="+mn-lt"/>
          <a:ea typeface="+mn-ea"/>
          <a:cs typeface="+mn-cs"/>
        </a:defRPr>
      </a:lvl2pPr>
      <a:lvl3pPr marL="914492" algn="l" defTabSz="914492" rtl="0" eaLnBrk="1" latinLnBrk="0" hangingPunct="1">
        <a:defRPr sz="1800" kern="1200">
          <a:solidFill>
            <a:schemeClr val="tx1"/>
          </a:solidFill>
          <a:latin typeface="+mn-lt"/>
          <a:ea typeface="+mn-ea"/>
          <a:cs typeface="+mn-cs"/>
        </a:defRPr>
      </a:lvl3pPr>
      <a:lvl4pPr marL="1371738" algn="l" defTabSz="914492" rtl="0" eaLnBrk="1" latinLnBrk="0" hangingPunct="1">
        <a:defRPr sz="1800" kern="1200">
          <a:solidFill>
            <a:schemeClr val="tx1"/>
          </a:solidFill>
          <a:latin typeface="+mn-lt"/>
          <a:ea typeface="+mn-ea"/>
          <a:cs typeface="+mn-cs"/>
        </a:defRPr>
      </a:lvl4pPr>
      <a:lvl5pPr marL="1828983" algn="l" defTabSz="914492" rtl="0" eaLnBrk="1" latinLnBrk="0" hangingPunct="1">
        <a:defRPr sz="1800" kern="1200">
          <a:solidFill>
            <a:schemeClr val="tx1"/>
          </a:solidFill>
          <a:latin typeface="+mn-lt"/>
          <a:ea typeface="+mn-ea"/>
          <a:cs typeface="+mn-cs"/>
        </a:defRPr>
      </a:lvl5pPr>
      <a:lvl6pPr marL="2286228" algn="l" defTabSz="914492" rtl="0" eaLnBrk="1" latinLnBrk="0" hangingPunct="1">
        <a:defRPr sz="1800" kern="1200">
          <a:solidFill>
            <a:schemeClr val="tx1"/>
          </a:solidFill>
          <a:latin typeface="+mn-lt"/>
          <a:ea typeface="+mn-ea"/>
          <a:cs typeface="+mn-cs"/>
        </a:defRPr>
      </a:lvl6pPr>
      <a:lvl7pPr marL="2743475" algn="l" defTabSz="914492" rtl="0" eaLnBrk="1" latinLnBrk="0" hangingPunct="1">
        <a:defRPr sz="1800" kern="1200">
          <a:solidFill>
            <a:schemeClr val="tx1"/>
          </a:solidFill>
          <a:latin typeface="+mn-lt"/>
          <a:ea typeface="+mn-ea"/>
          <a:cs typeface="+mn-cs"/>
        </a:defRPr>
      </a:lvl7pPr>
      <a:lvl8pPr marL="3200720" algn="l" defTabSz="914492" rtl="0" eaLnBrk="1" latinLnBrk="0" hangingPunct="1">
        <a:defRPr sz="1800" kern="1200">
          <a:solidFill>
            <a:schemeClr val="tx1"/>
          </a:solidFill>
          <a:latin typeface="+mn-lt"/>
          <a:ea typeface="+mn-ea"/>
          <a:cs typeface="+mn-cs"/>
        </a:defRPr>
      </a:lvl8pPr>
      <a:lvl9pPr marL="3657966" algn="l" defTabSz="91449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8A4DE2D-BA9A-68BA-41A6-341739DEE8D1}"/>
              </a:ext>
            </a:extLst>
          </p:cNvPr>
          <p:cNvSpPr txBox="1"/>
          <p:nvPr/>
        </p:nvSpPr>
        <p:spPr>
          <a:xfrm>
            <a:off x="5621799" y="1637338"/>
            <a:ext cx="4285131"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KHOA: CÔNG NGHỆ THÔNG TIN</a:t>
            </a:r>
          </a:p>
        </p:txBody>
      </p:sp>
      <p:sp>
        <p:nvSpPr>
          <p:cNvPr id="5" name="TextBox 4">
            <a:extLst>
              <a:ext uri="{FF2B5EF4-FFF2-40B4-BE49-F238E27FC236}">
                <a16:creationId xmlns:a16="http://schemas.microsoft.com/office/drawing/2014/main" id="{3C3FAB2B-EEA8-131B-B9D6-E3FFA0ADFE47}"/>
              </a:ext>
            </a:extLst>
          </p:cNvPr>
          <p:cNvSpPr txBox="1"/>
          <p:nvPr/>
        </p:nvSpPr>
        <p:spPr>
          <a:xfrm>
            <a:off x="5621799" y="2062974"/>
            <a:ext cx="3406588"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MÔN: LẬP TRÌNH MẠNG</a:t>
            </a:r>
          </a:p>
        </p:txBody>
      </p:sp>
      <p:sp>
        <p:nvSpPr>
          <p:cNvPr id="8" name="TextBox 7">
            <a:extLst>
              <a:ext uri="{FF2B5EF4-FFF2-40B4-BE49-F238E27FC236}">
                <a16:creationId xmlns:a16="http://schemas.microsoft.com/office/drawing/2014/main" id="{07581B31-A5D9-AC07-19B1-83A03B278D0B}"/>
              </a:ext>
            </a:extLst>
          </p:cNvPr>
          <p:cNvSpPr txBox="1"/>
          <p:nvPr/>
        </p:nvSpPr>
        <p:spPr>
          <a:xfrm>
            <a:off x="1447800" y="2632997"/>
            <a:ext cx="9296400"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BÁO CÁO</a:t>
            </a:r>
          </a:p>
        </p:txBody>
      </p:sp>
      <p:sp>
        <p:nvSpPr>
          <p:cNvPr id="9" name="TextBox 8">
            <a:extLst>
              <a:ext uri="{FF2B5EF4-FFF2-40B4-BE49-F238E27FC236}">
                <a16:creationId xmlns:a16="http://schemas.microsoft.com/office/drawing/2014/main" id="{D5EB974B-6421-94F7-B127-870716B98B7B}"/>
              </a:ext>
            </a:extLst>
          </p:cNvPr>
          <p:cNvSpPr txBox="1"/>
          <p:nvPr/>
        </p:nvSpPr>
        <p:spPr>
          <a:xfrm>
            <a:off x="1915064" y="3279328"/>
            <a:ext cx="8134710" cy="830997"/>
          </a:xfrm>
          <a:prstGeom prst="rect">
            <a:avLst/>
          </a:prstGeom>
          <a:noFill/>
        </p:spPr>
        <p:txBody>
          <a:bodyPr wrap="square" rtlCol="0">
            <a:spAutoFit/>
          </a:bodyPr>
          <a:lstStyle/>
          <a:p>
            <a:pPr algn="ctr"/>
            <a:r>
              <a:rPr lang="en-US" sz="2400" b="1" dirty="0" err="1">
                <a:latin typeface="Times New Roman" panose="02020603050405020304" pitchFamily="18" charset="0"/>
                <a:cs typeface="Times New Roman" panose="02020603050405020304" pitchFamily="18" charset="0"/>
              </a:rPr>
              <a:t>Xây</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dựng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ứng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dụng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truyền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thông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giọng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nói</a:t>
            </a:r>
            <a:r>
              <a:rPr lang="en-US" sz="2400" b="1" dirty="0">
                <a:latin typeface="Times New Roman" panose="02020603050405020304" pitchFamily="18" charset="0"/>
                <a:cs typeface="Times New Roman" panose="02020603050405020304" pitchFamily="18" charset="0"/>
              </a:rPr>
              <a:t> (Voice Chat) Client-Server qua </a:t>
            </a:r>
            <a:r>
              <a:rPr lang="en-US" sz="2400" b="1" dirty="0" err="1">
                <a:latin typeface="Times New Roman" panose="02020603050405020304" pitchFamily="18" charset="0"/>
                <a:cs typeface="Times New Roman" panose="02020603050405020304" pitchFamily="18" charset="0"/>
              </a:rPr>
              <a:t>giao</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thức</a:t>
            </a:r>
            <a:r>
              <a:rPr lang="en-US" sz="2400" b="1" dirty="0">
                <a:latin typeface="Times New Roman" panose="02020603050405020304" pitchFamily="18" charset="0"/>
                <a:cs typeface="Times New Roman" panose="02020603050405020304" pitchFamily="18" charset="0"/>
              </a:rPr>
              <a:t> TCP</a:t>
            </a:r>
            <a:endParaRPr lang="vi-VN" sz="2400" dirty="0">
              <a:latin typeface="Times New Roman" panose="02020603050405020304" pitchFamily="18" charset="0"/>
              <a:cs typeface="Times New Roman" panose="02020603050405020304" pitchFamily="18" charset="0"/>
            </a:endParaRPr>
          </a:p>
        </p:txBody>
      </p:sp>
      <p:cxnSp>
        <p:nvCxnSpPr>
          <p:cNvPr id="11" name="Straight Connector 10">
            <a:extLst>
              <a:ext uri="{FF2B5EF4-FFF2-40B4-BE49-F238E27FC236}">
                <a16:creationId xmlns:a16="http://schemas.microsoft.com/office/drawing/2014/main" id="{F9B84A21-AA8C-394E-4807-3E58062CB81C}"/>
              </a:ext>
            </a:extLst>
          </p:cNvPr>
          <p:cNvCxnSpPr/>
          <p:nvPr/>
        </p:nvCxnSpPr>
        <p:spPr>
          <a:xfrm>
            <a:off x="595223" y="4390845"/>
            <a:ext cx="10774392"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Subtitle 2">
            <a:extLst>
              <a:ext uri="{FF2B5EF4-FFF2-40B4-BE49-F238E27FC236}">
                <a16:creationId xmlns:a16="http://schemas.microsoft.com/office/drawing/2014/main" id="{BDB35981-205E-9871-CE67-A370715B28AE}"/>
              </a:ext>
            </a:extLst>
          </p:cNvPr>
          <p:cNvSpPr>
            <a:spLocks noGrp="1"/>
          </p:cNvSpPr>
          <p:nvPr>
            <p:ph type="subTitle" idx="1"/>
          </p:nvPr>
        </p:nvSpPr>
        <p:spPr>
          <a:xfrm>
            <a:off x="836763" y="4535465"/>
            <a:ext cx="4724400" cy="1287365"/>
          </a:xfrm>
        </p:spPr>
        <p:txBody>
          <a:bodyPr>
            <a:noAutofit/>
          </a:bodyPr>
          <a:lstStyle/>
          <a:p>
            <a:pPr algn="l"/>
            <a:r>
              <a:rPr lang="en-US" sz="2000" b="1" dirty="0">
                <a:latin typeface="Times New Roman" panose="02020603050405020304" pitchFamily="18" charset="0"/>
                <a:cs typeface="Times New Roman" panose="02020603050405020304" pitchFamily="18" charset="0"/>
              </a:rPr>
              <a:t>THÀNH VIÊN NHÓM </a:t>
            </a:r>
            <a:r>
              <a:rPr lang="en-US" sz="2000" b="1" dirty="0">
                <a:latin typeface="Times New Roman" panose="02020603050405020304" pitchFamily="18" charset="0"/>
              </a:rPr>
              <a:t>21</a:t>
            </a:r>
            <a:r>
              <a:rPr lang="en-US" sz="2000" b="1" dirty="0">
                <a:latin typeface="Times New Roman" panose="02020603050405020304" pitchFamily="18" charset="0"/>
                <a:cs typeface="Times New Roman" panose="02020603050405020304" pitchFamily="18" charset="0"/>
              </a:rPr>
              <a:t>:</a:t>
            </a:r>
          </a:p>
          <a:p>
            <a:pPr marL="457200" indent="-457200" algn="l">
              <a:buAutoNum type="arabicPeriod"/>
            </a:pPr>
            <a:r>
              <a:rPr lang="en-US" sz="2000" b="1" dirty="0">
                <a:latin typeface="Times New Roman" panose="02020603050405020304" pitchFamily="18" charset="0"/>
              </a:rPr>
              <a:t>ĐOÀN QUỐC HIẾU</a:t>
            </a:r>
            <a:endParaRPr lang="en-US" sz="2000" b="1" dirty="0">
              <a:latin typeface="Times New Roman" panose="02020603050405020304" pitchFamily="18" charset="0"/>
              <a:cs typeface="Times New Roman" panose="02020603050405020304" pitchFamily="18" charset="0"/>
            </a:endParaRPr>
          </a:p>
          <a:p>
            <a:pPr marL="457200" indent="-457200" algn="l">
              <a:buAutoNum type="arabicPeriod"/>
            </a:pPr>
            <a:r>
              <a:rPr lang="en-US" sz="2000" b="1" dirty="0">
                <a:latin typeface="Times New Roman" panose="02020603050405020304" pitchFamily="18" charset="0"/>
                <a:cs typeface="Times New Roman" panose="02020603050405020304" pitchFamily="18" charset="0"/>
              </a:rPr>
              <a:t>PHẠM NGUYÊN MINH HIẾU</a:t>
            </a:r>
          </a:p>
        </p:txBody>
      </p:sp>
      <p:sp>
        <p:nvSpPr>
          <p:cNvPr id="13" name="TextBox 12">
            <a:extLst>
              <a:ext uri="{FF2B5EF4-FFF2-40B4-BE49-F238E27FC236}">
                <a16:creationId xmlns:a16="http://schemas.microsoft.com/office/drawing/2014/main" id="{262551B2-CDEF-7D4F-0981-7E783EB51545}"/>
              </a:ext>
            </a:extLst>
          </p:cNvPr>
          <p:cNvSpPr txBox="1"/>
          <p:nvPr/>
        </p:nvSpPr>
        <p:spPr>
          <a:xfrm>
            <a:off x="5982419" y="4559315"/>
            <a:ext cx="4724399" cy="707886"/>
          </a:xfrm>
          <a:prstGeom prst="rect">
            <a:avLst/>
          </a:prstGeom>
          <a:noFill/>
        </p:spPr>
        <p:txBody>
          <a:bodyPr wrap="square" rtlCol="0">
            <a:spAutoFit/>
          </a:bodyPr>
          <a:lstStyle/>
          <a:p>
            <a:r>
              <a:rPr lang="en-US" sz="2000" b="1" dirty="0">
                <a:solidFill>
                  <a:srgbClr val="008080"/>
                </a:solidFill>
                <a:latin typeface="Times New Roman" panose="02020603050405020304" pitchFamily="18" charset="0"/>
                <a:cs typeface="Times New Roman" panose="02020603050405020304" pitchFamily="18" charset="0"/>
              </a:rPr>
              <a:t>GIÁO VIÊN HƯỚNG DẪN: </a:t>
            </a:r>
          </a:p>
          <a:p>
            <a:r>
              <a:rPr lang="en-US" sz="2000" b="1" dirty="0">
                <a:solidFill>
                  <a:srgbClr val="008080"/>
                </a:solidFill>
                <a:latin typeface="Times New Roman" panose="02020603050405020304" pitchFamily="18" charset="0"/>
                <a:cs typeface="Times New Roman" panose="02020603050405020304" pitchFamily="18" charset="0"/>
              </a:rPr>
              <a:t>BÙI DƯƠNG THẾ</a:t>
            </a:r>
          </a:p>
        </p:txBody>
      </p:sp>
    </p:spTree>
    <p:extLst>
      <p:ext uri="{BB962C8B-B14F-4D97-AF65-F5344CB8AC3E}">
        <p14:creationId xmlns:p14="http://schemas.microsoft.com/office/powerpoint/2010/main" val="27777743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FE0FE-D379-DD83-CB33-BEDB3418686F}"/>
              </a:ext>
            </a:extLst>
          </p:cNvPr>
          <p:cNvSpPr>
            <a:spLocks noGrp="1"/>
          </p:cNvSpPr>
          <p:nvPr>
            <p:ph type="title"/>
          </p:nvPr>
        </p:nvSpPr>
        <p:spPr/>
        <p:txBody>
          <a:bodyPr>
            <a:normAutofit/>
          </a:bodyPr>
          <a:lstStyle/>
          <a:p>
            <a:r>
              <a:rPr lang="en-US" sz="3600" dirty="0" err="1"/>
              <a:t>Nội</a:t>
            </a:r>
            <a:r>
              <a:rPr lang="en-US" sz="3600" dirty="0"/>
              <a:t> dung </a:t>
            </a:r>
            <a:r>
              <a:rPr lang="en-US" sz="3600" dirty="0" err="1"/>
              <a:t>chính</a:t>
            </a:r>
            <a:endParaRPr lang="vi-VN" sz="3600" dirty="0"/>
          </a:p>
        </p:txBody>
      </p:sp>
      <p:sp>
        <p:nvSpPr>
          <p:cNvPr id="3" name="Content Placeholder 2">
            <a:extLst>
              <a:ext uri="{FF2B5EF4-FFF2-40B4-BE49-F238E27FC236}">
                <a16:creationId xmlns:a16="http://schemas.microsoft.com/office/drawing/2014/main" id="{000520A4-E098-93F7-4EBD-32570605B60F}"/>
              </a:ext>
            </a:extLst>
          </p:cNvPr>
          <p:cNvSpPr>
            <a:spLocks noGrp="1"/>
          </p:cNvSpPr>
          <p:nvPr>
            <p:ph idx="1"/>
          </p:nvPr>
        </p:nvSpPr>
        <p:spPr>
          <a:xfrm>
            <a:off x="838200" y="2175030"/>
            <a:ext cx="10515600" cy="2836917"/>
          </a:xfrm>
        </p:spPr>
        <p:txBody>
          <a:bodyPr/>
          <a:lstStyle/>
          <a:p>
            <a:pPr marL="514350" indent="-514350">
              <a:buAutoNum type="arabicPeriod"/>
            </a:pPr>
            <a:r>
              <a:rPr lang="en-US" dirty="0"/>
              <a:t>Lý do </a:t>
            </a:r>
            <a:r>
              <a:rPr lang="en-US" dirty="0" err="1"/>
              <a:t>và</a:t>
            </a:r>
            <a:r>
              <a:rPr lang="en-US" dirty="0"/>
              <a:t> </a:t>
            </a:r>
            <a:r>
              <a:rPr lang="en-US" dirty="0" err="1"/>
              <a:t>mục</a:t>
            </a:r>
            <a:r>
              <a:rPr lang="en-US" dirty="0"/>
              <a:t> </a:t>
            </a:r>
            <a:r>
              <a:rPr lang="en-US" dirty="0" err="1"/>
              <a:t>tiêu</a:t>
            </a:r>
            <a:r>
              <a:rPr lang="en-US" dirty="0"/>
              <a:t> </a:t>
            </a:r>
            <a:r>
              <a:rPr lang="en-US" dirty="0" err="1"/>
              <a:t>đề</a:t>
            </a:r>
            <a:r>
              <a:rPr lang="en-US" dirty="0"/>
              <a:t> </a:t>
            </a:r>
            <a:r>
              <a:rPr lang="en-US" dirty="0" err="1"/>
              <a:t>tài</a:t>
            </a:r>
            <a:endParaRPr lang="en-US" dirty="0"/>
          </a:p>
          <a:p>
            <a:pPr marL="514350" indent="-514350">
              <a:buAutoNum type="arabicPeriod"/>
            </a:pPr>
            <a:r>
              <a:rPr lang="en-US" dirty="0" err="1"/>
              <a:t>Phân</a:t>
            </a:r>
            <a:r>
              <a:rPr lang="en-US" dirty="0"/>
              <a:t> </a:t>
            </a:r>
            <a:r>
              <a:rPr lang="en-US" dirty="0" err="1"/>
              <a:t>tích</a:t>
            </a:r>
            <a:r>
              <a:rPr lang="en-US" dirty="0"/>
              <a:t> </a:t>
            </a:r>
            <a:r>
              <a:rPr lang="en-US" dirty="0" err="1"/>
              <a:t>và</a:t>
            </a:r>
            <a:r>
              <a:rPr lang="en-US" dirty="0"/>
              <a:t> </a:t>
            </a:r>
            <a:r>
              <a:rPr lang="en-US" dirty="0" err="1"/>
              <a:t>thiết</a:t>
            </a:r>
            <a:r>
              <a:rPr lang="en-US" dirty="0"/>
              <a:t> </a:t>
            </a:r>
            <a:r>
              <a:rPr lang="en-US" dirty="0" err="1"/>
              <a:t>kế</a:t>
            </a:r>
            <a:r>
              <a:rPr lang="en-US" dirty="0"/>
              <a:t> </a:t>
            </a:r>
            <a:r>
              <a:rPr lang="en-US" dirty="0" err="1"/>
              <a:t>hệ</a:t>
            </a:r>
            <a:r>
              <a:rPr lang="en-US" dirty="0"/>
              <a:t> </a:t>
            </a:r>
            <a:r>
              <a:rPr lang="en-US" dirty="0" err="1"/>
              <a:t>thống</a:t>
            </a:r>
            <a:endParaRPr lang="en-US" dirty="0"/>
          </a:p>
          <a:p>
            <a:pPr marL="514350" indent="-514350">
              <a:buAutoNum type="arabicPeriod"/>
            </a:pPr>
            <a:r>
              <a:rPr lang="en-US" dirty="0"/>
              <a:t>Công </a:t>
            </a:r>
            <a:r>
              <a:rPr lang="en-US" dirty="0" err="1"/>
              <a:t>cụ</a:t>
            </a:r>
            <a:r>
              <a:rPr lang="en-US" dirty="0"/>
              <a:t> </a:t>
            </a:r>
            <a:r>
              <a:rPr lang="en-US" dirty="0" err="1"/>
              <a:t>và</a:t>
            </a:r>
            <a:r>
              <a:rPr lang="en-US" dirty="0"/>
              <a:t> </a:t>
            </a:r>
            <a:r>
              <a:rPr lang="en-US" dirty="0" err="1"/>
              <a:t>môi</a:t>
            </a:r>
            <a:r>
              <a:rPr lang="en-US" dirty="0"/>
              <a:t> </a:t>
            </a:r>
            <a:r>
              <a:rPr lang="en-US" dirty="0" err="1"/>
              <a:t>trường</a:t>
            </a:r>
            <a:r>
              <a:rPr lang="en-US" dirty="0"/>
              <a:t> </a:t>
            </a:r>
            <a:r>
              <a:rPr lang="en-US" dirty="0" err="1"/>
              <a:t>phát</a:t>
            </a:r>
            <a:r>
              <a:rPr lang="en-US" dirty="0"/>
              <a:t> </a:t>
            </a:r>
            <a:r>
              <a:rPr lang="en-US" dirty="0" err="1"/>
              <a:t>triển</a:t>
            </a:r>
            <a:endParaRPr lang="en-US" dirty="0"/>
          </a:p>
          <a:p>
            <a:pPr marL="514350" indent="-514350">
              <a:buAutoNum type="arabicPeriod"/>
            </a:pPr>
            <a:r>
              <a:rPr lang="en-US" dirty="0"/>
              <a:t>Cài </a:t>
            </a:r>
            <a:r>
              <a:rPr lang="en-US" dirty="0" err="1"/>
              <a:t>đặt</a:t>
            </a:r>
            <a:r>
              <a:rPr lang="en-US" dirty="0"/>
              <a:t> </a:t>
            </a:r>
            <a:r>
              <a:rPr lang="en-US" dirty="0" err="1"/>
              <a:t>và</a:t>
            </a:r>
            <a:r>
              <a:rPr lang="en-US" dirty="0"/>
              <a:t> </a:t>
            </a:r>
            <a:r>
              <a:rPr lang="en-US" dirty="0" err="1"/>
              <a:t>vận</a:t>
            </a:r>
            <a:r>
              <a:rPr lang="en-US" dirty="0"/>
              <a:t> </a:t>
            </a:r>
            <a:r>
              <a:rPr lang="en-US" dirty="0" err="1"/>
              <a:t>hành</a:t>
            </a:r>
            <a:r>
              <a:rPr lang="en-US" dirty="0"/>
              <a:t> </a:t>
            </a:r>
            <a:r>
              <a:rPr lang="en-US" dirty="0" err="1"/>
              <a:t>phát</a:t>
            </a:r>
            <a:r>
              <a:rPr lang="en-US" dirty="0"/>
              <a:t> </a:t>
            </a:r>
            <a:r>
              <a:rPr lang="en-US" dirty="0" err="1"/>
              <a:t>triển</a:t>
            </a:r>
            <a:endParaRPr lang="en-US" dirty="0"/>
          </a:p>
          <a:p>
            <a:pPr marL="514350" indent="-514350">
              <a:buAutoNum type="arabicPeriod"/>
            </a:pPr>
            <a:r>
              <a:rPr lang="en-US" dirty="0" err="1"/>
              <a:t>Đánh</a:t>
            </a:r>
            <a:r>
              <a:rPr lang="en-US" dirty="0"/>
              <a:t> </a:t>
            </a:r>
            <a:r>
              <a:rPr lang="en-US" dirty="0" err="1"/>
              <a:t>giá</a:t>
            </a:r>
            <a:r>
              <a:rPr lang="en-US" dirty="0"/>
              <a:t> </a:t>
            </a:r>
            <a:r>
              <a:rPr lang="en-US" dirty="0" err="1"/>
              <a:t>kết</a:t>
            </a:r>
            <a:r>
              <a:rPr lang="en-US" dirty="0"/>
              <a:t> </a:t>
            </a:r>
            <a:r>
              <a:rPr lang="en-US" dirty="0" err="1"/>
              <a:t>quả</a:t>
            </a:r>
            <a:r>
              <a:rPr lang="en-US" dirty="0"/>
              <a:t> </a:t>
            </a:r>
            <a:r>
              <a:rPr lang="en-US" dirty="0" err="1"/>
              <a:t>và</a:t>
            </a:r>
            <a:r>
              <a:rPr lang="en-US" dirty="0"/>
              <a:t> </a:t>
            </a:r>
            <a:r>
              <a:rPr lang="en-US" dirty="0" err="1"/>
              <a:t>hướng</a:t>
            </a:r>
            <a:r>
              <a:rPr lang="en-US" dirty="0"/>
              <a:t> </a:t>
            </a:r>
            <a:r>
              <a:rPr lang="en-US" dirty="0" err="1"/>
              <a:t>phát</a:t>
            </a:r>
            <a:r>
              <a:rPr lang="en-US" dirty="0"/>
              <a:t> </a:t>
            </a:r>
            <a:r>
              <a:rPr lang="en-US" dirty="0" err="1"/>
              <a:t>triển</a:t>
            </a:r>
            <a:endParaRPr lang="en-US" dirty="0"/>
          </a:p>
        </p:txBody>
      </p:sp>
      <p:sp>
        <p:nvSpPr>
          <p:cNvPr id="4" name="Date Placeholder 3">
            <a:extLst>
              <a:ext uri="{FF2B5EF4-FFF2-40B4-BE49-F238E27FC236}">
                <a16:creationId xmlns:a16="http://schemas.microsoft.com/office/drawing/2014/main" id="{A3015F2F-846C-85FC-8AE1-A721EF9DB06F}"/>
              </a:ext>
            </a:extLst>
          </p:cNvPr>
          <p:cNvSpPr>
            <a:spLocks noGrp="1"/>
          </p:cNvSpPr>
          <p:nvPr>
            <p:ph type="dt" sz="half" idx="10"/>
          </p:nvPr>
        </p:nvSpPr>
        <p:spPr/>
        <p:txBody>
          <a:bodyPr/>
          <a:lstStyle/>
          <a:p>
            <a:fld id="{19E0BBC2-331D-455A-8F34-6CACAAA7B272}" type="datetime1">
              <a:rPr lang="en-GB" smtClean="0"/>
              <a:pPr/>
              <a:t>24/01/2026</a:t>
            </a:fld>
            <a:endParaRPr lang="en-GB"/>
          </a:p>
        </p:txBody>
      </p:sp>
      <p:sp>
        <p:nvSpPr>
          <p:cNvPr id="5" name="Footer Placeholder 4">
            <a:extLst>
              <a:ext uri="{FF2B5EF4-FFF2-40B4-BE49-F238E27FC236}">
                <a16:creationId xmlns:a16="http://schemas.microsoft.com/office/drawing/2014/main" id="{1F53C784-4940-AFF3-DB83-FA7C2B160885}"/>
              </a:ext>
            </a:extLst>
          </p:cNvPr>
          <p:cNvSpPr>
            <a:spLocks noGrp="1"/>
          </p:cNvSpPr>
          <p:nvPr>
            <p:ph type="ftr" sz="quarter" idx="11"/>
          </p:nvPr>
        </p:nvSpPr>
        <p:spPr/>
        <p:txBody>
          <a:bodyPr/>
          <a:lstStyle/>
          <a:p>
            <a:r>
              <a:rPr lang="en-GB"/>
              <a:t>KIẾN THỨC - KỸ NĂNG - SÁNG TẠO - HỘI NHẬP</a:t>
            </a:r>
          </a:p>
        </p:txBody>
      </p:sp>
      <p:sp>
        <p:nvSpPr>
          <p:cNvPr id="6" name="Slide Number Placeholder 5">
            <a:extLst>
              <a:ext uri="{FF2B5EF4-FFF2-40B4-BE49-F238E27FC236}">
                <a16:creationId xmlns:a16="http://schemas.microsoft.com/office/drawing/2014/main" id="{9505A846-958D-4FD9-76E4-5079D4B51E8D}"/>
              </a:ext>
            </a:extLst>
          </p:cNvPr>
          <p:cNvSpPr>
            <a:spLocks noGrp="1"/>
          </p:cNvSpPr>
          <p:nvPr>
            <p:ph type="sldNum" sz="quarter" idx="12"/>
          </p:nvPr>
        </p:nvSpPr>
        <p:spPr/>
        <p:txBody>
          <a:bodyPr/>
          <a:lstStyle/>
          <a:p>
            <a:fld id="{AA3D6EC1-CEF0-44B9-AC69-1554EEB371D5}" type="slidenum">
              <a:rPr lang="en-GB" smtClean="0"/>
              <a:pPr/>
              <a:t>2</a:t>
            </a:fld>
            <a:endParaRPr lang="en-GB"/>
          </a:p>
        </p:txBody>
      </p:sp>
    </p:spTree>
    <p:extLst>
      <p:ext uri="{BB962C8B-B14F-4D97-AF65-F5344CB8AC3E}">
        <p14:creationId xmlns:p14="http://schemas.microsoft.com/office/powerpoint/2010/main" val="703981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FD16C-FC91-65A5-BACE-49E7738E33F5}"/>
              </a:ext>
            </a:extLst>
          </p:cNvPr>
          <p:cNvSpPr>
            <a:spLocks noGrp="1"/>
          </p:cNvSpPr>
          <p:nvPr>
            <p:ph type="title"/>
          </p:nvPr>
        </p:nvSpPr>
        <p:spPr>
          <a:xfrm>
            <a:off x="415505" y="1228232"/>
            <a:ext cx="10515600" cy="767410"/>
          </a:xfrm>
        </p:spPr>
        <p:txBody>
          <a:bodyPr>
            <a:normAutofit/>
          </a:bodyPr>
          <a:lstStyle/>
          <a:p>
            <a:r>
              <a:rPr lang="en-US" sz="3600" dirty="0"/>
              <a:t>1. Lý do </a:t>
            </a:r>
            <a:r>
              <a:rPr lang="en-US" sz="3600" dirty="0" err="1"/>
              <a:t>và</a:t>
            </a:r>
            <a:r>
              <a:rPr lang="en-US" sz="3600" dirty="0"/>
              <a:t> </a:t>
            </a:r>
            <a:r>
              <a:rPr lang="en-US" sz="3600" dirty="0" err="1"/>
              <a:t>mục</a:t>
            </a:r>
            <a:r>
              <a:rPr lang="en-US" sz="3600" dirty="0"/>
              <a:t> </a:t>
            </a:r>
            <a:r>
              <a:rPr lang="en-US" sz="3600" dirty="0" err="1"/>
              <a:t>tiêu</a:t>
            </a:r>
            <a:r>
              <a:rPr lang="en-US" sz="3600" dirty="0"/>
              <a:t> </a:t>
            </a:r>
            <a:r>
              <a:rPr lang="en-US" sz="3600" dirty="0" err="1"/>
              <a:t>chọn</a:t>
            </a:r>
            <a:r>
              <a:rPr lang="en-US" sz="3600" dirty="0"/>
              <a:t> </a:t>
            </a:r>
            <a:r>
              <a:rPr lang="en-US" sz="3600" dirty="0" err="1"/>
              <a:t>đề</a:t>
            </a:r>
            <a:r>
              <a:rPr lang="en-US" sz="3600" dirty="0"/>
              <a:t> </a:t>
            </a:r>
            <a:r>
              <a:rPr lang="en-US" sz="3600" dirty="0" err="1"/>
              <a:t>tài</a:t>
            </a:r>
            <a:r>
              <a:rPr lang="en-US" sz="3600" dirty="0"/>
              <a:t> </a:t>
            </a:r>
            <a:endParaRPr lang="vi-VN" sz="3600" dirty="0"/>
          </a:p>
        </p:txBody>
      </p:sp>
      <p:sp>
        <p:nvSpPr>
          <p:cNvPr id="3" name="Content Placeholder 2">
            <a:extLst>
              <a:ext uri="{FF2B5EF4-FFF2-40B4-BE49-F238E27FC236}">
                <a16:creationId xmlns:a16="http://schemas.microsoft.com/office/drawing/2014/main" id="{9C636C2D-2904-B09C-1285-F93B3CCD50B8}"/>
              </a:ext>
            </a:extLst>
          </p:cNvPr>
          <p:cNvSpPr>
            <a:spLocks noGrp="1"/>
          </p:cNvSpPr>
          <p:nvPr>
            <p:ph idx="1"/>
          </p:nvPr>
        </p:nvSpPr>
        <p:spPr>
          <a:xfrm>
            <a:off x="760563" y="2674189"/>
            <a:ext cx="10981426" cy="2838092"/>
          </a:xfrm>
        </p:spPr>
        <p:txBody>
          <a:bodyPr>
            <a:normAutofit/>
          </a:bodyPr>
          <a:lstStyle/>
          <a:p>
            <a:r>
              <a:rPr lang="vi-VN" sz="2000" b="1" dirty="0"/>
              <a:t>Nhu cầu tương tác tức thời:</a:t>
            </a:r>
            <a:r>
              <a:rPr lang="vi-VN" sz="2000" dirty="0"/>
              <a:t> Trong các tổ chức hiện nay, việc trao đổi qua văn bản là chưa đủ, cần sự tương tác giọng nói trực tiếp để nâng cao hiệu suất làm việc nhóm.</a:t>
            </a:r>
            <a:endParaRPr lang="en-US" sz="2000" dirty="0"/>
          </a:p>
          <a:p>
            <a:r>
              <a:rPr lang="vi-VN" sz="2000" b="1" dirty="0"/>
              <a:t>Hạn chế của giải pháp Cloud:</a:t>
            </a:r>
            <a:r>
              <a:rPr lang="vi-VN" sz="2000" dirty="0"/>
              <a:t> Các ứng dụng phổ biến hiện nay phụ thuộc hoàn toàn vào Internet, khó kiểm soát dữ liệu nội bộ và lãng phí băng thông  cho những nhu cầu đàm thoại đơn giản.</a:t>
            </a:r>
            <a:endParaRPr lang="en-US" sz="2000" dirty="0"/>
          </a:p>
          <a:p>
            <a:r>
              <a:rPr lang="vi-VN" sz="2000" b="1" dirty="0"/>
              <a:t>Yêu cầu về tính độc lập &amp; bảo mật:</a:t>
            </a:r>
            <a:r>
              <a:rPr lang="vi-VN" sz="2000" dirty="0"/>
              <a:t> Doanh nghiệp và các cơ sở đào tạo cần một giải pháp hoạt động ổn định trong mạng nội bộ, dữ liệu không rời khỏi hạ tầng LAN để đảm bảo an toàn thông tin.</a:t>
            </a:r>
            <a:endParaRPr lang="en-US" sz="2000" dirty="0"/>
          </a:p>
          <a:p>
            <a:r>
              <a:rPr lang="vi-VN" sz="2000" b="1" dirty="0"/>
              <a:t>Tính ứng dụng thực tế:</a:t>
            </a:r>
            <a:r>
              <a:rPr lang="vi-VN" sz="2000" dirty="0"/>
              <a:t> Cơ hội áp dụng kiến thức lập trình mạng (Socket, TCP) để giải quyết bài toán giao tiếp thực tế.</a:t>
            </a:r>
          </a:p>
        </p:txBody>
      </p:sp>
      <p:sp>
        <p:nvSpPr>
          <p:cNvPr id="4" name="Date Placeholder 3">
            <a:extLst>
              <a:ext uri="{FF2B5EF4-FFF2-40B4-BE49-F238E27FC236}">
                <a16:creationId xmlns:a16="http://schemas.microsoft.com/office/drawing/2014/main" id="{E48F8877-C58A-B4AD-398B-F49EA1B58DD2}"/>
              </a:ext>
            </a:extLst>
          </p:cNvPr>
          <p:cNvSpPr>
            <a:spLocks noGrp="1"/>
          </p:cNvSpPr>
          <p:nvPr>
            <p:ph type="dt" sz="half" idx="10"/>
          </p:nvPr>
        </p:nvSpPr>
        <p:spPr/>
        <p:txBody>
          <a:bodyPr/>
          <a:lstStyle/>
          <a:p>
            <a:fld id="{19E0BBC2-331D-455A-8F34-6CACAAA7B272}" type="datetime1">
              <a:rPr lang="en-GB" smtClean="0"/>
              <a:pPr/>
              <a:t>24/01/2026</a:t>
            </a:fld>
            <a:endParaRPr lang="en-GB"/>
          </a:p>
        </p:txBody>
      </p:sp>
      <p:sp>
        <p:nvSpPr>
          <p:cNvPr id="5" name="Footer Placeholder 4">
            <a:extLst>
              <a:ext uri="{FF2B5EF4-FFF2-40B4-BE49-F238E27FC236}">
                <a16:creationId xmlns:a16="http://schemas.microsoft.com/office/drawing/2014/main" id="{344068AC-FE53-06D7-4392-0105327C1801}"/>
              </a:ext>
            </a:extLst>
          </p:cNvPr>
          <p:cNvSpPr>
            <a:spLocks noGrp="1"/>
          </p:cNvSpPr>
          <p:nvPr>
            <p:ph type="ftr" sz="quarter" idx="11"/>
          </p:nvPr>
        </p:nvSpPr>
        <p:spPr/>
        <p:txBody>
          <a:bodyPr/>
          <a:lstStyle/>
          <a:p>
            <a:r>
              <a:rPr lang="en-GB"/>
              <a:t>KIẾN THỨC - KỸ NĂNG - SÁNG TẠO - HỘI NHẬP</a:t>
            </a:r>
          </a:p>
        </p:txBody>
      </p:sp>
      <p:sp>
        <p:nvSpPr>
          <p:cNvPr id="6" name="Slide Number Placeholder 5">
            <a:extLst>
              <a:ext uri="{FF2B5EF4-FFF2-40B4-BE49-F238E27FC236}">
                <a16:creationId xmlns:a16="http://schemas.microsoft.com/office/drawing/2014/main" id="{F0E564A9-FAC6-FDB0-5840-D158D8C8D455}"/>
              </a:ext>
            </a:extLst>
          </p:cNvPr>
          <p:cNvSpPr>
            <a:spLocks noGrp="1"/>
          </p:cNvSpPr>
          <p:nvPr>
            <p:ph type="sldNum" sz="quarter" idx="12"/>
          </p:nvPr>
        </p:nvSpPr>
        <p:spPr/>
        <p:txBody>
          <a:bodyPr/>
          <a:lstStyle/>
          <a:p>
            <a:fld id="{AA3D6EC1-CEF0-44B9-AC69-1554EEB371D5}" type="slidenum">
              <a:rPr lang="en-GB" smtClean="0"/>
              <a:pPr/>
              <a:t>3</a:t>
            </a:fld>
            <a:endParaRPr lang="en-GB"/>
          </a:p>
        </p:txBody>
      </p:sp>
      <p:sp>
        <p:nvSpPr>
          <p:cNvPr id="8" name="TextBox 7">
            <a:extLst>
              <a:ext uri="{FF2B5EF4-FFF2-40B4-BE49-F238E27FC236}">
                <a16:creationId xmlns:a16="http://schemas.microsoft.com/office/drawing/2014/main" id="{ACC2B051-3D09-22AC-A186-4D354173FDBE}"/>
              </a:ext>
            </a:extLst>
          </p:cNvPr>
          <p:cNvSpPr txBox="1"/>
          <p:nvPr/>
        </p:nvSpPr>
        <p:spPr>
          <a:xfrm>
            <a:off x="605287" y="2002110"/>
            <a:ext cx="8505646"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 Lý do </a:t>
            </a:r>
            <a:r>
              <a:rPr lang="en-US" sz="2800" dirty="0" err="1">
                <a:latin typeface="Times New Roman" panose="02020603050405020304" pitchFamily="18" charset="0"/>
                <a:cs typeface="Times New Roman" panose="02020603050405020304" pitchFamily="18" charset="0"/>
              </a:rPr>
              <a:t>chọn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đề</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tài</a:t>
            </a:r>
            <a:endParaRPr lang="vi-V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7743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0A36A-D412-8B36-4345-19B71847124C}"/>
              </a:ext>
            </a:extLst>
          </p:cNvPr>
          <p:cNvSpPr>
            <a:spLocks noGrp="1"/>
          </p:cNvSpPr>
          <p:nvPr>
            <p:ph type="title"/>
          </p:nvPr>
        </p:nvSpPr>
        <p:spPr>
          <a:xfrm>
            <a:off x="424132" y="1234700"/>
            <a:ext cx="10515600" cy="767410"/>
          </a:xfrm>
        </p:spPr>
        <p:txBody>
          <a:bodyPr>
            <a:normAutofit/>
          </a:bodyPr>
          <a:lstStyle/>
          <a:p>
            <a:r>
              <a:rPr lang="en-US" sz="3600" dirty="0"/>
              <a:t>1. Lý do </a:t>
            </a:r>
            <a:r>
              <a:rPr lang="en-US" sz="3600" dirty="0" err="1"/>
              <a:t>và</a:t>
            </a:r>
            <a:r>
              <a:rPr lang="en-US" sz="3600" dirty="0"/>
              <a:t> </a:t>
            </a:r>
            <a:r>
              <a:rPr lang="en-US" sz="3600" dirty="0" err="1"/>
              <a:t>mục</a:t>
            </a:r>
            <a:r>
              <a:rPr lang="en-US" sz="3600" dirty="0"/>
              <a:t> </a:t>
            </a:r>
            <a:r>
              <a:rPr lang="en-US" sz="3600" dirty="0" err="1"/>
              <a:t>tiêu</a:t>
            </a:r>
            <a:r>
              <a:rPr lang="en-US" sz="3600" dirty="0"/>
              <a:t> </a:t>
            </a:r>
            <a:r>
              <a:rPr lang="en-US" sz="3600" dirty="0" err="1"/>
              <a:t>chọn</a:t>
            </a:r>
            <a:r>
              <a:rPr lang="en-US" sz="3600" dirty="0"/>
              <a:t> </a:t>
            </a:r>
            <a:r>
              <a:rPr lang="en-US" sz="3600" dirty="0" err="1"/>
              <a:t>đề</a:t>
            </a:r>
            <a:r>
              <a:rPr lang="en-US" sz="3600" dirty="0"/>
              <a:t> </a:t>
            </a:r>
            <a:r>
              <a:rPr lang="en-US" sz="3600" dirty="0" err="1"/>
              <a:t>tài</a:t>
            </a:r>
            <a:r>
              <a:rPr lang="en-US" sz="3600" dirty="0"/>
              <a:t> </a:t>
            </a:r>
            <a:endParaRPr lang="vi-VN" sz="3600" dirty="0"/>
          </a:p>
        </p:txBody>
      </p:sp>
      <p:sp>
        <p:nvSpPr>
          <p:cNvPr id="3" name="Content Placeholder 2">
            <a:extLst>
              <a:ext uri="{FF2B5EF4-FFF2-40B4-BE49-F238E27FC236}">
                <a16:creationId xmlns:a16="http://schemas.microsoft.com/office/drawing/2014/main" id="{B039BD23-DB10-FA6C-9140-1C2A0EE1CE29}"/>
              </a:ext>
            </a:extLst>
          </p:cNvPr>
          <p:cNvSpPr>
            <a:spLocks noGrp="1"/>
          </p:cNvSpPr>
          <p:nvPr>
            <p:ph idx="1"/>
          </p:nvPr>
        </p:nvSpPr>
        <p:spPr>
          <a:xfrm>
            <a:off x="605287" y="2750280"/>
            <a:ext cx="5246299" cy="1865293"/>
          </a:xfrm>
        </p:spPr>
        <p:txBody>
          <a:bodyPr>
            <a:normAutofit lnSpcReduction="10000"/>
          </a:bodyPr>
          <a:lstStyle/>
          <a:p>
            <a:pPr>
              <a:lnSpc>
                <a:spcPct val="100000"/>
              </a:lnSpc>
            </a:pPr>
            <a:r>
              <a:rPr lang="vi-VN" sz="2000" dirty="0"/>
              <a:t>Mục tiêu tổng quát:</a:t>
            </a:r>
            <a:endParaRPr lang="en-US" sz="2000" dirty="0"/>
          </a:p>
          <a:p>
            <a:pPr>
              <a:lnSpc>
                <a:spcPct val="100000"/>
              </a:lnSpc>
              <a:buFont typeface="Wingdings" panose="05000000000000000000" pitchFamily="2" charset="2"/>
              <a:buChar char="Ø"/>
            </a:pPr>
            <a:r>
              <a:rPr lang="en-US" sz="2000" dirty="0"/>
              <a:t>X</a:t>
            </a:r>
            <a:r>
              <a:rPr lang="vi-VN" sz="2000" dirty="0"/>
              <a:t>ây dựng hệ thống truyền thông giọng nói theo mô hình Client – Server.</a:t>
            </a:r>
            <a:endParaRPr lang="en-US" sz="2000" dirty="0"/>
          </a:p>
          <a:p>
            <a:pPr>
              <a:lnSpc>
                <a:spcPct val="100000"/>
              </a:lnSpc>
              <a:buFont typeface="Wingdings" panose="05000000000000000000" pitchFamily="2" charset="2"/>
              <a:buChar char="Ø"/>
            </a:pPr>
            <a:r>
              <a:rPr lang="vi-VN" sz="2000" dirty="0"/>
              <a:t>Ứng dụng kiến thức lập trình mạng vào giải quyết nhu cầu giao tiếp thực tế.</a:t>
            </a:r>
          </a:p>
        </p:txBody>
      </p:sp>
      <p:sp>
        <p:nvSpPr>
          <p:cNvPr id="4" name="Date Placeholder 3">
            <a:extLst>
              <a:ext uri="{FF2B5EF4-FFF2-40B4-BE49-F238E27FC236}">
                <a16:creationId xmlns:a16="http://schemas.microsoft.com/office/drawing/2014/main" id="{5FA0A218-0751-A0C6-D4CC-77E0B75497ED}"/>
              </a:ext>
            </a:extLst>
          </p:cNvPr>
          <p:cNvSpPr>
            <a:spLocks noGrp="1"/>
          </p:cNvSpPr>
          <p:nvPr>
            <p:ph type="dt" sz="half" idx="10"/>
          </p:nvPr>
        </p:nvSpPr>
        <p:spPr/>
        <p:txBody>
          <a:bodyPr/>
          <a:lstStyle/>
          <a:p>
            <a:fld id="{19E0BBC2-331D-455A-8F34-6CACAAA7B272}" type="datetime1">
              <a:rPr lang="en-GB" smtClean="0"/>
              <a:pPr/>
              <a:t>24/01/2026</a:t>
            </a:fld>
            <a:endParaRPr lang="en-GB"/>
          </a:p>
        </p:txBody>
      </p:sp>
      <p:sp>
        <p:nvSpPr>
          <p:cNvPr id="5" name="Footer Placeholder 4">
            <a:extLst>
              <a:ext uri="{FF2B5EF4-FFF2-40B4-BE49-F238E27FC236}">
                <a16:creationId xmlns:a16="http://schemas.microsoft.com/office/drawing/2014/main" id="{9E1FCC03-E476-64BF-1919-60C1A7E1BFB5}"/>
              </a:ext>
            </a:extLst>
          </p:cNvPr>
          <p:cNvSpPr>
            <a:spLocks noGrp="1"/>
          </p:cNvSpPr>
          <p:nvPr>
            <p:ph type="ftr" sz="quarter" idx="11"/>
          </p:nvPr>
        </p:nvSpPr>
        <p:spPr/>
        <p:txBody>
          <a:bodyPr/>
          <a:lstStyle/>
          <a:p>
            <a:r>
              <a:rPr lang="en-GB"/>
              <a:t>KIẾN THỨC - KỸ NĂNG - SÁNG TẠO - HỘI NHẬP</a:t>
            </a:r>
          </a:p>
        </p:txBody>
      </p:sp>
      <p:sp>
        <p:nvSpPr>
          <p:cNvPr id="6" name="Slide Number Placeholder 5">
            <a:extLst>
              <a:ext uri="{FF2B5EF4-FFF2-40B4-BE49-F238E27FC236}">
                <a16:creationId xmlns:a16="http://schemas.microsoft.com/office/drawing/2014/main" id="{F10F6768-4F0F-E272-9987-7857C7E37BDE}"/>
              </a:ext>
            </a:extLst>
          </p:cNvPr>
          <p:cNvSpPr>
            <a:spLocks noGrp="1"/>
          </p:cNvSpPr>
          <p:nvPr>
            <p:ph type="sldNum" sz="quarter" idx="12"/>
          </p:nvPr>
        </p:nvSpPr>
        <p:spPr/>
        <p:txBody>
          <a:bodyPr/>
          <a:lstStyle/>
          <a:p>
            <a:fld id="{AA3D6EC1-CEF0-44B9-AC69-1554EEB371D5}" type="slidenum">
              <a:rPr lang="en-GB" smtClean="0"/>
              <a:pPr/>
              <a:t>4</a:t>
            </a:fld>
            <a:endParaRPr lang="en-GB"/>
          </a:p>
        </p:txBody>
      </p:sp>
      <p:sp>
        <p:nvSpPr>
          <p:cNvPr id="7" name="TextBox 6">
            <a:extLst>
              <a:ext uri="{FF2B5EF4-FFF2-40B4-BE49-F238E27FC236}">
                <a16:creationId xmlns:a16="http://schemas.microsoft.com/office/drawing/2014/main" id="{966FF2DD-BFAD-EF60-95B9-DD6120F35AEB}"/>
              </a:ext>
            </a:extLst>
          </p:cNvPr>
          <p:cNvSpPr txBox="1"/>
          <p:nvPr/>
        </p:nvSpPr>
        <p:spPr>
          <a:xfrm>
            <a:off x="605287" y="2002110"/>
            <a:ext cx="8505646"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Mục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tiêu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chọn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đề</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tài</a:t>
            </a:r>
            <a:endParaRPr lang="vi-VN" sz="2800" dirty="0">
              <a:latin typeface="Times New Roman" panose="02020603050405020304" pitchFamily="18" charset="0"/>
              <a:cs typeface="Times New Roman" panose="02020603050405020304" pitchFamily="18" charset="0"/>
            </a:endParaRPr>
          </a:p>
        </p:txBody>
      </p:sp>
      <p:sp>
        <p:nvSpPr>
          <p:cNvPr id="8" name="Content Placeholder 2">
            <a:extLst>
              <a:ext uri="{FF2B5EF4-FFF2-40B4-BE49-F238E27FC236}">
                <a16:creationId xmlns:a16="http://schemas.microsoft.com/office/drawing/2014/main" id="{B7EA3431-B81B-F57C-9B53-2E0762ACC8CF}"/>
              </a:ext>
            </a:extLst>
          </p:cNvPr>
          <p:cNvSpPr txBox="1">
            <a:spLocks/>
          </p:cNvSpPr>
          <p:nvPr/>
        </p:nvSpPr>
        <p:spPr>
          <a:xfrm>
            <a:off x="5989609" y="2800051"/>
            <a:ext cx="5735127" cy="3226729"/>
          </a:xfrm>
          <a:prstGeom prst="rect">
            <a:avLst/>
          </a:prstGeom>
        </p:spPr>
        <p:txBody>
          <a:bodyPr vert="horz" lIns="91440" tIns="45720" rIns="91440" bIns="45720" rtlCol="0">
            <a:normAutofit fontScale="85000" lnSpcReduction="10000"/>
          </a:bodyPr>
          <a:lstStyle>
            <a:lvl1pPr marL="228623" indent="-228623" algn="just" defTabSz="914492" rtl="0" eaLnBrk="1" latinLnBrk="0" hangingPunct="1">
              <a:lnSpc>
                <a:spcPct val="90000"/>
              </a:lnSpc>
              <a:spcBef>
                <a:spcPts val="1000"/>
              </a:spcBef>
              <a:buFont typeface="Arial" panose="020B0604020202020204" pitchFamily="34" charset="0"/>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685868" indent="-228623" algn="just" defTabSz="914492" rtl="0" eaLnBrk="1" latinLnBrk="0" hangingPunct="1">
              <a:lnSpc>
                <a:spcPct val="90000"/>
              </a:lnSpc>
              <a:spcBef>
                <a:spcPts val="5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114" indent="-228623" algn="just" defTabSz="914492"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360" indent="-228623" algn="just" defTabSz="914492"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606" indent="-228623" algn="just" defTabSz="914492"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852" indent="-228623" algn="l" defTabSz="91449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98" indent="-228623" algn="l" defTabSz="91449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343" indent="-228623" algn="l" defTabSz="91449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588" indent="-228623" algn="l" defTabSz="91449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vi-VN" sz="2000" dirty="0"/>
              <a:t>Mục tiêu cụ thể:</a:t>
            </a:r>
            <a:endParaRPr lang="en-US" sz="2000" dirty="0"/>
          </a:p>
          <a:p>
            <a:pPr>
              <a:lnSpc>
                <a:spcPct val="110000"/>
              </a:lnSpc>
              <a:buFont typeface="Wingdings" panose="05000000000000000000" pitchFamily="2" charset="2"/>
              <a:buChar char="Ø"/>
            </a:pPr>
            <a:r>
              <a:rPr lang="vi-VN" sz="2000" dirty="0"/>
              <a:t>Lập trình: Làm chủ kỹ thuật Socket TCP/IP để truyền tải dữ liệu âm thanh ổn định.</a:t>
            </a:r>
            <a:endParaRPr lang="en-US" sz="2000" dirty="0"/>
          </a:p>
          <a:p>
            <a:pPr>
              <a:lnSpc>
                <a:spcPct val="110000"/>
              </a:lnSpc>
              <a:buFont typeface="Wingdings" panose="05000000000000000000" pitchFamily="2" charset="2"/>
              <a:buChar char="Ø"/>
            </a:pPr>
            <a:r>
              <a:rPr lang="vi-VN" sz="2000" dirty="0"/>
              <a:t>Xử lý âm thanh: Sử dụng thư viện NAudio để thu âm từ Microphone và phát âm thanh ra loa theo thời gian thực.</a:t>
            </a:r>
            <a:endParaRPr lang="en-US" sz="2000" dirty="0"/>
          </a:p>
          <a:p>
            <a:pPr>
              <a:lnSpc>
                <a:spcPct val="110000"/>
              </a:lnSpc>
              <a:buFont typeface="Wingdings" panose="05000000000000000000" pitchFamily="2" charset="2"/>
              <a:buChar char="Ø"/>
            </a:pPr>
            <a:r>
              <a:rPr lang="vi-VN" sz="2000" dirty="0"/>
              <a:t>Quản lý kết nối: Server có khả năng tiếp nhận đồng thời nhiều Client và chuyển tiếp dữ liệu (Broadcast) chính xác.</a:t>
            </a:r>
            <a:endParaRPr lang="en-US" sz="2000" dirty="0"/>
          </a:p>
          <a:p>
            <a:pPr>
              <a:lnSpc>
                <a:spcPct val="110000"/>
              </a:lnSpc>
              <a:buFont typeface="Wingdings" panose="05000000000000000000" pitchFamily="2" charset="2"/>
              <a:buChar char="Ø"/>
            </a:pPr>
            <a:r>
              <a:rPr lang="vi-VN" sz="2000" dirty="0"/>
              <a:t>Hiệu suất: Đảm bảo âm thanh truyền đi rõ ràng, độ trễ thấp nhất có thể.</a:t>
            </a:r>
          </a:p>
        </p:txBody>
      </p:sp>
      <p:pic>
        <p:nvPicPr>
          <p:cNvPr id="15" name="Picture 14">
            <a:extLst>
              <a:ext uri="{FF2B5EF4-FFF2-40B4-BE49-F238E27FC236}">
                <a16:creationId xmlns:a16="http://schemas.microsoft.com/office/drawing/2014/main" id="{4533BABF-2F2B-0019-245F-C1AE3A3D39B0}"/>
              </a:ext>
            </a:extLst>
          </p:cNvPr>
          <p:cNvPicPr>
            <a:picLocks noChangeAspect="1"/>
          </p:cNvPicPr>
          <p:nvPr/>
        </p:nvPicPr>
        <p:blipFill>
          <a:blip r:embed="rId2"/>
          <a:stretch>
            <a:fillRect/>
          </a:stretch>
        </p:blipFill>
        <p:spPr>
          <a:xfrm>
            <a:off x="984850" y="4615573"/>
            <a:ext cx="3673414" cy="157808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561484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B0C2C-EA42-1DEA-48FD-F5EAEC59DC9B}"/>
              </a:ext>
            </a:extLst>
          </p:cNvPr>
          <p:cNvSpPr>
            <a:spLocks noGrp="1"/>
          </p:cNvSpPr>
          <p:nvPr>
            <p:ph type="title"/>
          </p:nvPr>
        </p:nvSpPr>
        <p:spPr>
          <a:xfrm>
            <a:off x="839791" y="987428"/>
            <a:ext cx="5675309" cy="1069975"/>
          </a:xfrm>
        </p:spPr>
        <p:txBody>
          <a:bodyPr anchor="b">
            <a:noAutofit/>
          </a:bodyPr>
          <a:lstStyle/>
          <a:p>
            <a:r>
              <a:rPr lang="en-US" sz="3600" dirty="0"/>
              <a:t>2. </a:t>
            </a:r>
            <a:r>
              <a:rPr lang="en-US" sz="3600" dirty="0" err="1"/>
              <a:t>Phân</a:t>
            </a:r>
            <a:r>
              <a:rPr lang="en-US" sz="3600" dirty="0"/>
              <a:t> </a:t>
            </a:r>
            <a:r>
              <a:rPr lang="en-US" sz="3600" dirty="0" err="1"/>
              <a:t>tích</a:t>
            </a:r>
            <a:r>
              <a:rPr lang="en-US" sz="3600" dirty="0"/>
              <a:t> </a:t>
            </a:r>
            <a:r>
              <a:rPr lang="en-US" sz="3600" dirty="0" err="1"/>
              <a:t>và</a:t>
            </a:r>
            <a:r>
              <a:rPr lang="en-US" sz="3600" dirty="0"/>
              <a:t> </a:t>
            </a:r>
            <a:r>
              <a:rPr lang="en-US" sz="3600" dirty="0" err="1"/>
              <a:t>thiết</a:t>
            </a:r>
            <a:r>
              <a:rPr lang="en-US" sz="3600" dirty="0"/>
              <a:t> </a:t>
            </a:r>
            <a:r>
              <a:rPr lang="en-US" sz="3600" dirty="0" err="1"/>
              <a:t>kế</a:t>
            </a:r>
            <a:r>
              <a:rPr lang="en-US" sz="3600" dirty="0"/>
              <a:t> </a:t>
            </a:r>
            <a:r>
              <a:rPr lang="en-US" sz="3600" dirty="0" err="1"/>
              <a:t>hệ</a:t>
            </a:r>
            <a:r>
              <a:rPr lang="en-US" sz="3600" dirty="0"/>
              <a:t> </a:t>
            </a:r>
            <a:r>
              <a:rPr lang="en-US" sz="3600" dirty="0" err="1"/>
              <a:t>thống</a:t>
            </a:r>
            <a:endParaRPr lang="vi-VN" sz="3600" dirty="0"/>
          </a:p>
        </p:txBody>
      </p:sp>
      <p:pic>
        <p:nvPicPr>
          <p:cNvPr id="8" name="Picture 7">
            <a:extLst>
              <a:ext uri="{FF2B5EF4-FFF2-40B4-BE49-F238E27FC236}">
                <a16:creationId xmlns:a16="http://schemas.microsoft.com/office/drawing/2014/main" id="{C56DD837-8239-6C5F-7A4B-D270BA9135BD}"/>
              </a:ext>
            </a:extLst>
          </p:cNvPr>
          <p:cNvPicPr>
            <a:picLocks noChangeAspect="1"/>
          </p:cNvPicPr>
          <p:nvPr/>
        </p:nvPicPr>
        <p:blipFill>
          <a:blip r:embed="rId2"/>
          <a:stretch>
            <a:fillRect/>
          </a:stretch>
        </p:blipFill>
        <p:spPr>
          <a:xfrm>
            <a:off x="6515100" y="2171700"/>
            <a:ext cx="4926651" cy="3276223"/>
          </a:xfrm>
          <a:prstGeom prst="rect">
            <a:avLst/>
          </a:prstGeom>
          <a:noFill/>
        </p:spPr>
      </p:pic>
      <p:sp>
        <p:nvSpPr>
          <p:cNvPr id="3" name="Content Placeholder 2">
            <a:extLst>
              <a:ext uri="{FF2B5EF4-FFF2-40B4-BE49-F238E27FC236}">
                <a16:creationId xmlns:a16="http://schemas.microsoft.com/office/drawing/2014/main" id="{8874CBBB-4416-99CF-DC6C-D1AD9566858A}"/>
              </a:ext>
            </a:extLst>
          </p:cNvPr>
          <p:cNvSpPr>
            <a:spLocks noGrp="1"/>
          </p:cNvSpPr>
          <p:nvPr>
            <p:ph type="body" sz="half" idx="2"/>
          </p:nvPr>
        </p:nvSpPr>
        <p:spPr>
          <a:xfrm>
            <a:off x="839791" y="2057400"/>
            <a:ext cx="5588945" cy="4038600"/>
          </a:xfrm>
        </p:spPr>
        <p:txBody>
          <a:bodyPr>
            <a:noAutofit/>
          </a:bodyPr>
          <a:lstStyle/>
          <a:p>
            <a:pPr marL="342900" indent="-342900">
              <a:buFont typeface="Arial" panose="020B0604020202020204" pitchFamily="34" charset="0"/>
              <a:buChar char="•"/>
            </a:pPr>
            <a:r>
              <a:rPr lang="en-US" sz="2000" dirty="0"/>
              <a:t>K</a:t>
            </a:r>
            <a:r>
              <a:rPr lang="vi-VN" sz="2000" dirty="0"/>
              <a:t>iến trúc Client – Server: Hệ thống gồm hai thành phần chính là Server đóng vai trò trung tâm xử lý và các Client là thiết bị đầu cuối của người dùng.</a:t>
            </a:r>
            <a:endParaRPr lang="en-US" sz="2000" dirty="0"/>
          </a:p>
          <a:p>
            <a:pPr marL="342900" indent="-342900">
              <a:buFont typeface="Arial" panose="020B0604020202020204" pitchFamily="34" charset="0"/>
              <a:buChar char="•"/>
            </a:pPr>
            <a:r>
              <a:rPr lang="vi-VN" sz="2000" dirty="0"/>
              <a:t>Mô hình kết nối: Các Client kết nối với nhau thông qua Server trong mạng LAN, giúp đảm bảo tính riêng tư và không phụ thuộc vào Internet.</a:t>
            </a:r>
            <a:endParaRPr lang="en-US" sz="2000" dirty="0"/>
          </a:p>
          <a:p>
            <a:pPr marL="342900" indent="-342900">
              <a:buFont typeface="Arial" panose="020B0604020202020204" pitchFamily="34" charset="0"/>
              <a:buChar char="•"/>
            </a:pPr>
            <a:r>
              <a:rPr lang="vi-VN" sz="2000" dirty="0"/>
              <a:t>Cơ chế truyền dữ liệu: Toàn bộ âm thanh từ một Client gửi lên sẽ được Server tiếp nhận và phân phối lại cho các Client còn lại (Relay/Broadcast).</a:t>
            </a:r>
            <a:endParaRPr lang="en-US" sz="2000" dirty="0"/>
          </a:p>
          <a:p>
            <a:pPr marL="342900" indent="-342900">
              <a:buFont typeface="Arial" panose="020B0604020202020204" pitchFamily="34" charset="0"/>
              <a:buChar char="•"/>
            </a:pPr>
            <a:r>
              <a:rPr lang="vi-VN" sz="2000" dirty="0"/>
              <a:t>Ưu điểm kiến trúc: Dễ dàng quản lý kết nối, hoạt động ổn định và tận dụng tối đa băng thông mạng nội bộ.</a:t>
            </a:r>
          </a:p>
        </p:txBody>
      </p:sp>
      <p:sp>
        <p:nvSpPr>
          <p:cNvPr id="4" name="Date Placeholder 3">
            <a:extLst>
              <a:ext uri="{FF2B5EF4-FFF2-40B4-BE49-F238E27FC236}">
                <a16:creationId xmlns:a16="http://schemas.microsoft.com/office/drawing/2014/main" id="{6C4B373D-935B-26D9-24CF-CFCCCB404E04}"/>
              </a:ext>
            </a:extLst>
          </p:cNvPr>
          <p:cNvSpPr>
            <a:spLocks noGrp="1"/>
          </p:cNvSpPr>
          <p:nvPr>
            <p:ph type="dt" sz="half" idx="10"/>
          </p:nvPr>
        </p:nvSpPr>
        <p:spPr>
          <a:xfrm>
            <a:off x="838200" y="6356354"/>
            <a:ext cx="2743200" cy="365125"/>
          </a:xfrm>
        </p:spPr>
        <p:txBody>
          <a:bodyPr anchor="ctr">
            <a:normAutofit/>
          </a:bodyPr>
          <a:lstStyle/>
          <a:p>
            <a:pPr>
              <a:spcAft>
                <a:spcPts val="600"/>
              </a:spcAft>
            </a:pPr>
            <a:fld id="{19E0BBC2-331D-455A-8F34-6CACAAA7B272}" type="datetime1">
              <a:rPr lang="en-GB" smtClean="0"/>
              <a:pPr>
                <a:spcAft>
                  <a:spcPts val="600"/>
                </a:spcAft>
              </a:pPr>
              <a:t>24/01/2026</a:t>
            </a:fld>
            <a:endParaRPr lang="en-GB"/>
          </a:p>
        </p:txBody>
      </p:sp>
      <p:sp>
        <p:nvSpPr>
          <p:cNvPr id="5" name="Footer Placeholder 4">
            <a:extLst>
              <a:ext uri="{FF2B5EF4-FFF2-40B4-BE49-F238E27FC236}">
                <a16:creationId xmlns:a16="http://schemas.microsoft.com/office/drawing/2014/main" id="{664FFF1C-1118-3DAA-1D39-BD66141328C8}"/>
              </a:ext>
            </a:extLst>
          </p:cNvPr>
          <p:cNvSpPr>
            <a:spLocks noGrp="1"/>
          </p:cNvSpPr>
          <p:nvPr>
            <p:ph type="ftr" sz="quarter" idx="11"/>
          </p:nvPr>
        </p:nvSpPr>
        <p:spPr>
          <a:xfrm>
            <a:off x="4038600" y="6356354"/>
            <a:ext cx="4114800" cy="365125"/>
          </a:xfrm>
        </p:spPr>
        <p:txBody>
          <a:bodyPr anchor="ctr">
            <a:normAutofit/>
          </a:bodyPr>
          <a:lstStyle/>
          <a:p>
            <a:pPr>
              <a:spcAft>
                <a:spcPts val="600"/>
              </a:spcAft>
            </a:pPr>
            <a:r>
              <a:rPr lang="en-GB"/>
              <a:t>KIẾN THỨC - KỸ NĂNG - SÁNG TẠO - HỘI NHẬP</a:t>
            </a:r>
          </a:p>
        </p:txBody>
      </p:sp>
      <p:sp>
        <p:nvSpPr>
          <p:cNvPr id="6" name="Slide Number Placeholder 5">
            <a:extLst>
              <a:ext uri="{FF2B5EF4-FFF2-40B4-BE49-F238E27FC236}">
                <a16:creationId xmlns:a16="http://schemas.microsoft.com/office/drawing/2014/main" id="{E9BA7C82-ABED-1A8E-3079-DF74854554D1}"/>
              </a:ext>
            </a:extLst>
          </p:cNvPr>
          <p:cNvSpPr>
            <a:spLocks noGrp="1"/>
          </p:cNvSpPr>
          <p:nvPr>
            <p:ph type="sldNum" sz="quarter" idx="12"/>
          </p:nvPr>
        </p:nvSpPr>
        <p:spPr>
          <a:xfrm>
            <a:off x="8610600" y="6356354"/>
            <a:ext cx="2743200" cy="365125"/>
          </a:xfrm>
        </p:spPr>
        <p:txBody>
          <a:bodyPr anchor="ctr">
            <a:normAutofit/>
          </a:bodyPr>
          <a:lstStyle/>
          <a:p>
            <a:pPr>
              <a:spcAft>
                <a:spcPts val="600"/>
              </a:spcAft>
            </a:pPr>
            <a:fld id="{AA3D6EC1-CEF0-44B9-AC69-1554EEB371D5}" type="slidenum">
              <a:rPr lang="en-GB" smtClean="0"/>
              <a:pPr>
                <a:spcAft>
                  <a:spcPts val="600"/>
                </a:spcAft>
              </a:pPr>
              <a:t>5</a:t>
            </a:fld>
            <a:endParaRPr lang="en-GB"/>
          </a:p>
        </p:txBody>
      </p:sp>
    </p:spTree>
    <p:extLst>
      <p:ext uri="{BB962C8B-B14F-4D97-AF65-F5344CB8AC3E}">
        <p14:creationId xmlns:p14="http://schemas.microsoft.com/office/powerpoint/2010/main" val="3444037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2CD65-D52F-5D91-6BD7-8A56179110DF}"/>
              </a:ext>
            </a:extLst>
          </p:cNvPr>
          <p:cNvSpPr>
            <a:spLocks noGrp="1"/>
          </p:cNvSpPr>
          <p:nvPr>
            <p:ph type="title"/>
          </p:nvPr>
        </p:nvSpPr>
        <p:spPr>
          <a:xfrm>
            <a:off x="398253" y="979791"/>
            <a:ext cx="10515600" cy="767410"/>
          </a:xfrm>
        </p:spPr>
        <p:txBody>
          <a:bodyPr>
            <a:normAutofit/>
          </a:bodyPr>
          <a:lstStyle/>
          <a:p>
            <a:r>
              <a:rPr lang="en-US" sz="3600" dirty="0"/>
              <a:t>3. </a:t>
            </a:r>
            <a:r>
              <a:rPr lang="en-US" sz="3600" dirty="0" err="1"/>
              <a:t>Luồng</a:t>
            </a:r>
            <a:r>
              <a:rPr lang="en-US" sz="3600" dirty="0"/>
              <a:t> </a:t>
            </a:r>
            <a:r>
              <a:rPr lang="en-US" sz="3600" dirty="0" err="1"/>
              <a:t>hoạt</a:t>
            </a:r>
            <a:r>
              <a:rPr lang="en-US" sz="3600" dirty="0"/>
              <a:t> </a:t>
            </a:r>
            <a:r>
              <a:rPr lang="en-US" sz="3600" dirty="0" err="1"/>
              <a:t>động</a:t>
            </a:r>
            <a:r>
              <a:rPr lang="en-US" sz="3600" dirty="0"/>
              <a:t> </a:t>
            </a:r>
            <a:r>
              <a:rPr lang="en-US" sz="3600" dirty="0" err="1"/>
              <a:t>của</a:t>
            </a:r>
            <a:r>
              <a:rPr lang="en-US" sz="3600" dirty="0"/>
              <a:t> </a:t>
            </a:r>
            <a:r>
              <a:rPr lang="en-US" sz="3600" dirty="0" err="1"/>
              <a:t>hệ</a:t>
            </a:r>
            <a:r>
              <a:rPr lang="en-US" sz="3600" dirty="0"/>
              <a:t> </a:t>
            </a:r>
            <a:r>
              <a:rPr lang="en-US" sz="3600" dirty="0" err="1"/>
              <a:t>thống</a:t>
            </a:r>
            <a:endParaRPr lang="vi-VN" sz="3600" dirty="0"/>
          </a:p>
        </p:txBody>
      </p:sp>
      <p:sp>
        <p:nvSpPr>
          <p:cNvPr id="3" name="Content Placeholder 2">
            <a:extLst>
              <a:ext uri="{FF2B5EF4-FFF2-40B4-BE49-F238E27FC236}">
                <a16:creationId xmlns:a16="http://schemas.microsoft.com/office/drawing/2014/main" id="{A0E89431-3134-7F74-7B5E-D80DFA7479BC}"/>
              </a:ext>
            </a:extLst>
          </p:cNvPr>
          <p:cNvSpPr>
            <a:spLocks noGrp="1"/>
          </p:cNvSpPr>
          <p:nvPr>
            <p:ph idx="1"/>
          </p:nvPr>
        </p:nvSpPr>
        <p:spPr>
          <a:xfrm>
            <a:off x="491120" y="1718708"/>
            <a:ext cx="6582540" cy="2806545"/>
          </a:xfrm>
        </p:spPr>
        <p:txBody>
          <a:bodyPr>
            <a:normAutofit/>
          </a:bodyPr>
          <a:lstStyle/>
          <a:p>
            <a:r>
              <a:rPr lang="vi-VN" sz="1800" dirty="0"/>
              <a:t>Quy trình kết nối: </a:t>
            </a:r>
            <a:endParaRPr lang="en-US" sz="1800" dirty="0"/>
          </a:p>
          <a:p>
            <a:pPr>
              <a:buFont typeface="Wingdings" panose="05000000000000000000" pitchFamily="2" charset="2"/>
              <a:buChar char="Ø"/>
            </a:pPr>
            <a:r>
              <a:rPr lang="vi-VN" sz="1800" dirty="0"/>
              <a:t>Server khởi động trước để lắng nghe kết nối trên một cổng (Port) xác định.</a:t>
            </a:r>
            <a:endParaRPr lang="en-US" sz="1800" dirty="0"/>
          </a:p>
          <a:p>
            <a:pPr>
              <a:buFont typeface="Wingdings" panose="05000000000000000000" pitchFamily="2" charset="2"/>
              <a:buChar char="Ø"/>
            </a:pPr>
            <a:r>
              <a:rPr lang="vi-VN" sz="1800" dirty="0"/>
              <a:t>Client nhập địa chỉ IP của Server và gửi yêu cầu kết nối.</a:t>
            </a:r>
            <a:endParaRPr lang="en-US" sz="1800" dirty="0"/>
          </a:p>
          <a:p>
            <a:pPr>
              <a:buFont typeface="Wingdings" panose="05000000000000000000" pitchFamily="2" charset="2"/>
              <a:buChar char="Ø"/>
            </a:pPr>
            <a:r>
              <a:rPr lang="vi-VN" sz="1800" dirty="0"/>
              <a:t>Server chấp nhận và đưa Client vào danh sách quản lý để sẵn sàng truyền tin.</a:t>
            </a:r>
          </a:p>
        </p:txBody>
      </p:sp>
      <p:sp>
        <p:nvSpPr>
          <p:cNvPr id="4" name="Date Placeholder 3">
            <a:extLst>
              <a:ext uri="{FF2B5EF4-FFF2-40B4-BE49-F238E27FC236}">
                <a16:creationId xmlns:a16="http://schemas.microsoft.com/office/drawing/2014/main" id="{ADA73F0F-3F0A-8BB1-BE95-72100DCDDA1E}"/>
              </a:ext>
            </a:extLst>
          </p:cNvPr>
          <p:cNvSpPr>
            <a:spLocks noGrp="1"/>
          </p:cNvSpPr>
          <p:nvPr>
            <p:ph type="dt" sz="half" idx="10"/>
          </p:nvPr>
        </p:nvSpPr>
        <p:spPr/>
        <p:txBody>
          <a:bodyPr/>
          <a:lstStyle/>
          <a:p>
            <a:fld id="{19E0BBC2-331D-455A-8F34-6CACAAA7B272}" type="datetime1">
              <a:rPr lang="en-GB" smtClean="0"/>
              <a:pPr/>
              <a:t>24/01/2026</a:t>
            </a:fld>
            <a:endParaRPr lang="en-GB"/>
          </a:p>
        </p:txBody>
      </p:sp>
      <p:sp>
        <p:nvSpPr>
          <p:cNvPr id="5" name="Footer Placeholder 4">
            <a:extLst>
              <a:ext uri="{FF2B5EF4-FFF2-40B4-BE49-F238E27FC236}">
                <a16:creationId xmlns:a16="http://schemas.microsoft.com/office/drawing/2014/main" id="{763C7866-24BB-D6C3-983F-B3B7FDB75741}"/>
              </a:ext>
            </a:extLst>
          </p:cNvPr>
          <p:cNvSpPr>
            <a:spLocks noGrp="1"/>
          </p:cNvSpPr>
          <p:nvPr>
            <p:ph type="ftr" sz="quarter" idx="11"/>
          </p:nvPr>
        </p:nvSpPr>
        <p:spPr/>
        <p:txBody>
          <a:bodyPr/>
          <a:lstStyle/>
          <a:p>
            <a:r>
              <a:rPr lang="en-GB"/>
              <a:t>KIẾN THỨC - KỸ NĂNG - SÁNG TẠO - HỘI NHẬP</a:t>
            </a:r>
          </a:p>
        </p:txBody>
      </p:sp>
      <p:sp>
        <p:nvSpPr>
          <p:cNvPr id="6" name="Slide Number Placeholder 5">
            <a:extLst>
              <a:ext uri="{FF2B5EF4-FFF2-40B4-BE49-F238E27FC236}">
                <a16:creationId xmlns:a16="http://schemas.microsoft.com/office/drawing/2014/main" id="{3A692344-BDB4-E10C-4195-99DB05625951}"/>
              </a:ext>
            </a:extLst>
          </p:cNvPr>
          <p:cNvSpPr>
            <a:spLocks noGrp="1"/>
          </p:cNvSpPr>
          <p:nvPr>
            <p:ph type="sldNum" sz="quarter" idx="12"/>
          </p:nvPr>
        </p:nvSpPr>
        <p:spPr/>
        <p:txBody>
          <a:bodyPr/>
          <a:lstStyle/>
          <a:p>
            <a:fld id="{AA3D6EC1-CEF0-44B9-AC69-1554EEB371D5}" type="slidenum">
              <a:rPr lang="en-GB" smtClean="0"/>
              <a:pPr/>
              <a:t>6</a:t>
            </a:fld>
            <a:endParaRPr lang="en-GB"/>
          </a:p>
        </p:txBody>
      </p:sp>
      <p:sp>
        <p:nvSpPr>
          <p:cNvPr id="8" name="Content Placeholder 2">
            <a:extLst>
              <a:ext uri="{FF2B5EF4-FFF2-40B4-BE49-F238E27FC236}">
                <a16:creationId xmlns:a16="http://schemas.microsoft.com/office/drawing/2014/main" id="{F00C6462-C850-C66E-68BF-F201BB084997}"/>
              </a:ext>
            </a:extLst>
          </p:cNvPr>
          <p:cNvSpPr txBox="1">
            <a:spLocks/>
          </p:cNvSpPr>
          <p:nvPr/>
        </p:nvSpPr>
        <p:spPr>
          <a:xfrm>
            <a:off x="6234112" y="2175029"/>
            <a:ext cx="4752975" cy="2806545"/>
          </a:xfrm>
          <a:prstGeom prst="rect">
            <a:avLst/>
          </a:prstGeom>
        </p:spPr>
        <p:txBody>
          <a:bodyPr vert="horz" lIns="91440" tIns="45720" rIns="91440" bIns="45720" rtlCol="0">
            <a:normAutofit/>
          </a:bodyPr>
          <a:lstStyle>
            <a:lvl1pPr marL="228623" indent="-228623" algn="just" defTabSz="914492" rtl="0" eaLnBrk="1" latinLnBrk="0" hangingPunct="1">
              <a:lnSpc>
                <a:spcPct val="90000"/>
              </a:lnSpc>
              <a:spcBef>
                <a:spcPts val="1000"/>
              </a:spcBef>
              <a:buFont typeface="Arial" panose="020B0604020202020204" pitchFamily="34" charset="0"/>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685868" indent="-228623" algn="just" defTabSz="914492" rtl="0" eaLnBrk="1" latinLnBrk="0" hangingPunct="1">
              <a:lnSpc>
                <a:spcPct val="90000"/>
              </a:lnSpc>
              <a:spcBef>
                <a:spcPts val="5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114" indent="-228623" algn="just" defTabSz="914492"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360" indent="-228623" algn="just" defTabSz="914492"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606" indent="-228623" algn="just" defTabSz="914492"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852" indent="-228623" algn="l" defTabSz="91449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98" indent="-228623" algn="l" defTabSz="91449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343" indent="-228623" algn="l" defTabSz="91449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588" indent="-228623" algn="l" defTabSz="91449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p>
        </p:txBody>
      </p:sp>
      <p:sp>
        <p:nvSpPr>
          <p:cNvPr id="12" name="TextBox 11">
            <a:extLst>
              <a:ext uri="{FF2B5EF4-FFF2-40B4-BE49-F238E27FC236}">
                <a16:creationId xmlns:a16="http://schemas.microsoft.com/office/drawing/2014/main" id="{EF7EB107-ED44-D2C9-1C65-75399663A6C4}"/>
              </a:ext>
            </a:extLst>
          </p:cNvPr>
          <p:cNvSpPr txBox="1"/>
          <p:nvPr/>
        </p:nvSpPr>
        <p:spPr>
          <a:xfrm>
            <a:off x="398253" y="3578301"/>
            <a:ext cx="6813430" cy="2585323"/>
          </a:xfrm>
          <a:prstGeom prst="rect">
            <a:avLst/>
          </a:prstGeom>
          <a:noFill/>
        </p:spPr>
        <p:txBody>
          <a:bodyPr wrap="square">
            <a:spAutoFit/>
          </a:bodyPr>
          <a:lstStyle/>
          <a:p>
            <a:pPr marL="285750" indent="-285750" algn="just">
              <a:buFont typeface="Arial" panose="020B0604020202020204" pitchFamily="34" charset="0"/>
              <a:buChar char="•"/>
            </a:pPr>
            <a:r>
              <a:rPr lang="vi-VN" dirty="0">
                <a:latin typeface="+mj-lt"/>
              </a:rPr>
              <a:t>Quy trình truyền giọng nói (Real-time): </a:t>
            </a:r>
            <a:endParaRPr lang="en-US" dirty="0">
              <a:latin typeface="+mj-lt"/>
            </a:endParaRPr>
          </a:p>
          <a:p>
            <a:pPr marL="285750" indent="-285750" algn="just">
              <a:buFont typeface="Wingdings" panose="05000000000000000000" pitchFamily="2" charset="2"/>
              <a:buChar char="Ø"/>
            </a:pPr>
            <a:r>
              <a:rPr lang="vi-VN" dirty="0">
                <a:latin typeface="+mj-lt"/>
              </a:rPr>
              <a:t>Bước 1: Client thu âm giọng nói từ Microphone thông qua thư viện NAudio.</a:t>
            </a:r>
            <a:endParaRPr lang="en-US" dirty="0">
              <a:latin typeface="+mj-lt"/>
            </a:endParaRPr>
          </a:p>
          <a:p>
            <a:pPr marL="285750" indent="-285750" algn="just">
              <a:buFont typeface="Wingdings" panose="05000000000000000000" pitchFamily="2" charset="2"/>
              <a:buChar char="Ø"/>
            </a:pPr>
            <a:r>
              <a:rPr lang="vi-VN" dirty="0">
                <a:latin typeface="+mj-lt"/>
              </a:rPr>
              <a:t>Bước 2: Dữ liệu âm thanh được chia nhỏ thành các gói (Chunks) và gửi liên tục đến Server qua TCP Socket.</a:t>
            </a:r>
            <a:endParaRPr lang="en-US" dirty="0">
              <a:latin typeface="+mj-lt"/>
            </a:endParaRPr>
          </a:p>
          <a:p>
            <a:pPr marL="285750" indent="-285750" algn="just">
              <a:buFont typeface="Wingdings" panose="05000000000000000000" pitchFamily="2" charset="2"/>
              <a:buChar char="Ø"/>
            </a:pPr>
            <a:r>
              <a:rPr lang="vi-VN" dirty="0">
                <a:latin typeface="+mj-lt"/>
              </a:rPr>
              <a:t>Bước 3: Server nhận dữ liệu và ngay lập tức phát lại (Broadcast) cho tất cả các Client khác đang tham gia.</a:t>
            </a:r>
            <a:endParaRPr lang="en-US" dirty="0">
              <a:latin typeface="+mj-lt"/>
            </a:endParaRPr>
          </a:p>
          <a:p>
            <a:pPr marL="285750" indent="-285750" algn="just">
              <a:buFont typeface="Wingdings" panose="05000000000000000000" pitchFamily="2" charset="2"/>
              <a:buChar char="Ø"/>
            </a:pPr>
            <a:r>
              <a:rPr lang="vi-VN" dirty="0">
                <a:latin typeface="+mj-lt"/>
              </a:rPr>
              <a:t>Bước 4: Các Client nhận dữ liệu từ Server và phát ra loa/tai nghe của người dùng.</a:t>
            </a:r>
          </a:p>
        </p:txBody>
      </p:sp>
      <p:pic>
        <p:nvPicPr>
          <p:cNvPr id="13" name="Picture 12">
            <a:extLst>
              <a:ext uri="{FF2B5EF4-FFF2-40B4-BE49-F238E27FC236}">
                <a16:creationId xmlns:a16="http://schemas.microsoft.com/office/drawing/2014/main" id="{D957FDD5-5DE5-A3E3-F1D4-9BDC6C9864D5}"/>
              </a:ext>
            </a:extLst>
          </p:cNvPr>
          <p:cNvPicPr>
            <a:picLocks noChangeAspect="1"/>
          </p:cNvPicPr>
          <p:nvPr/>
        </p:nvPicPr>
        <p:blipFill>
          <a:blip r:embed="rId2"/>
          <a:stretch>
            <a:fillRect/>
          </a:stretch>
        </p:blipFill>
        <p:spPr>
          <a:xfrm>
            <a:off x="7825740" y="1769749"/>
            <a:ext cx="2910840" cy="4586605"/>
          </a:xfrm>
          <a:prstGeom prst="rect">
            <a:avLst/>
          </a:prstGeom>
        </p:spPr>
      </p:pic>
    </p:spTree>
    <p:extLst>
      <p:ext uri="{BB962C8B-B14F-4D97-AF65-F5344CB8AC3E}">
        <p14:creationId xmlns:p14="http://schemas.microsoft.com/office/powerpoint/2010/main" val="354668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BD180-8B53-D2E9-D310-39F35AC72973}"/>
              </a:ext>
            </a:extLst>
          </p:cNvPr>
          <p:cNvSpPr>
            <a:spLocks noGrp="1"/>
          </p:cNvSpPr>
          <p:nvPr>
            <p:ph type="title"/>
          </p:nvPr>
        </p:nvSpPr>
        <p:spPr>
          <a:xfrm>
            <a:off x="424132" y="1072957"/>
            <a:ext cx="10515600" cy="767410"/>
          </a:xfrm>
        </p:spPr>
        <p:txBody>
          <a:bodyPr>
            <a:normAutofit/>
          </a:bodyPr>
          <a:lstStyle/>
          <a:p>
            <a:r>
              <a:rPr lang="en-US" sz="3600" dirty="0"/>
              <a:t>4. Công </a:t>
            </a:r>
            <a:r>
              <a:rPr lang="en-US" sz="3600" dirty="0" err="1"/>
              <a:t>cụ</a:t>
            </a:r>
            <a:r>
              <a:rPr lang="en-US" sz="3600" dirty="0"/>
              <a:t> </a:t>
            </a:r>
            <a:r>
              <a:rPr lang="en-US" sz="3600" dirty="0" err="1"/>
              <a:t>và</a:t>
            </a:r>
            <a:r>
              <a:rPr lang="en-US" sz="3600" dirty="0"/>
              <a:t> </a:t>
            </a:r>
            <a:r>
              <a:rPr lang="en-US" sz="3600" dirty="0" err="1"/>
              <a:t>môi</a:t>
            </a:r>
            <a:r>
              <a:rPr lang="en-US" sz="3600" dirty="0"/>
              <a:t> </a:t>
            </a:r>
            <a:r>
              <a:rPr lang="en-US" sz="3600" dirty="0" err="1"/>
              <a:t>trường</a:t>
            </a:r>
            <a:r>
              <a:rPr lang="en-US" sz="3600" dirty="0"/>
              <a:t> </a:t>
            </a:r>
            <a:r>
              <a:rPr lang="en-US" sz="3600" dirty="0" err="1"/>
              <a:t>phát</a:t>
            </a:r>
            <a:r>
              <a:rPr lang="en-US" sz="3600" dirty="0"/>
              <a:t> </a:t>
            </a:r>
            <a:r>
              <a:rPr lang="en-US" sz="3600" dirty="0" err="1"/>
              <a:t>triển</a:t>
            </a:r>
            <a:endParaRPr lang="vi-VN" sz="3600" dirty="0"/>
          </a:p>
        </p:txBody>
      </p:sp>
      <p:sp>
        <p:nvSpPr>
          <p:cNvPr id="3" name="Content Placeholder 2">
            <a:extLst>
              <a:ext uri="{FF2B5EF4-FFF2-40B4-BE49-F238E27FC236}">
                <a16:creationId xmlns:a16="http://schemas.microsoft.com/office/drawing/2014/main" id="{72084610-D2DA-BD4D-084C-EA32FCAC71FB}"/>
              </a:ext>
            </a:extLst>
          </p:cNvPr>
          <p:cNvSpPr>
            <a:spLocks noGrp="1"/>
          </p:cNvSpPr>
          <p:nvPr>
            <p:ph idx="1"/>
          </p:nvPr>
        </p:nvSpPr>
        <p:spPr>
          <a:xfrm>
            <a:off x="657045" y="2034068"/>
            <a:ext cx="10609053" cy="2983566"/>
          </a:xfrm>
        </p:spPr>
        <p:txBody>
          <a:bodyPr>
            <a:normAutofit/>
          </a:bodyPr>
          <a:lstStyle/>
          <a:p>
            <a:r>
              <a:rPr lang="en-US" sz="2000" dirty="0"/>
              <a:t>C</a:t>
            </a:r>
            <a:r>
              <a:rPr lang="vi-VN" sz="2000" dirty="0"/>
              <a:t>ông nghệ mà nhóm đã sử dụng để hiện thực hóa ý tưởng của mình</a:t>
            </a:r>
            <a:r>
              <a:rPr lang="en-US" sz="2000" dirty="0"/>
              <a:t>: </a:t>
            </a:r>
          </a:p>
          <a:p>
            <a:pPr>
              <a:buFont typeface="Wingdings" panose="05000000000000000000" pitchFamily="2" charset="2"/>
              <a:buChar char="Ø"/>
            </a:pPr>
            <a:r>
              <a:rPr lang="vi-VN" sz="2000" dirty="0"/>
              <a:t>Ngôn ngữ lập trình</a:t>
            </a:r>
            <a:r>
              <a:rPr lang="en-US" sz="2000" dirty="0"/>
              <a:t> </a:t>
            </a:r>
            <a:r>
              <a:rPr lang="vi-VN" sz="2000" dirty="0"/>
              <a:t>C#</a:t>
            </a:r>
            <a:r>
              <a:rPr lang="en-US" sz="2000" dirty="0"/>
              <a:t>, </a:t>
            </a:r>
            <a:r>
              <a:rPr lang="vi-VN" sz="2000" dirty="0"/>
              <a:t>Visual Studio 2022</a:t>
            </a:r>
            <a:r>
              <a:rPr lang="en-US" sz="2000" dirty="0"/>
              <a:t>,</a:t>
            </a:r>
            <a:r>
              <a:rPr lang="vi-VN" sz="2000" dirty="0"/>
              <a:t> .NET SDK</a:t>
            </a:r>
            <a:r>
              <a:rPr lang="en-US" sz="2000" dirty="0"/>
              <a:t>, </a:t>
            </a:r>
            <a:r>
              <a:rPr lang="en-US" sz="2000" dirty="0" err="1"/>
              <a:t>Naudio</a:t>
            </a:r>
            <a:r>
              <a:rPr lang="en-US" sz="2000" dirty="0"/>
              <a:t>, </a:t>
            </a:r>
            <a:r>
              <a:rPr lang="vi-VN" sz="2000" dirty="0"/>
              <a:t>WinForms Designer</a:t>
            </a:r>
          </a:p>
        </p:txBody>
      </p:sp>
      <p:sp>
        <p:nvSpPr>
          <p:cNvPr id="4" name="Date Placeholder 3">
            <a:extLst>
              <a:ext uri="{FF2B5EF4-FFF2-40B4-BE49-F238E27FC236}">
                <a16:creationId xmlns:a16="http://schemas.microsoft.com/office/drawing/2014/main" id="{FE056C70-F8BA-43C4-7977-D6FF297DD8F2}"/>
              </a:ext>
            </a:extLst>
          </p:cNvPr>
          <p:cNvSpPr>
            <a:spLocks noGrp="1"/>
          </p:cNvSpPr>
          <p:nvPr>
            <p:ph type="dt" sz="half" idx="10"/>
          </p:nvPr>
        </p:nvSpPr>
        <p:spPr/>
        <p:txBody>
          <a:bodyPr/>
          <a:lstStyle/>
          <a:p>
            <a:fld id="{19E0BBC2-331D-455A-8F34-6CACAAA7B272}" type="datetime1">
              <a:rPr lang="en-GB" smtClean="0"/>
              <a:pPr/>
              <a:t>24/01/2026</a:t>
            </a:fld>
            <a:endParaRPr lang="en-GB"/>
          </a:p>
        </p:txBody>
      </p:sp>
      <p:sp>
        <p:nvSpPr>
          <p:cNvPr id="5" name="Footer Placeholder 4">
            <a:extLst>
              <a:ext uri="{FF2B5EF4-FFF2-40B4-BE49-F238E27FC236}">
                <a16:creationId xmlns:a16="http://schemas.microsoft.com/office/drawing/2014/main" id="{582A9164-7B9F-4BD8-B472-CC2DD86A7B74}"/>
              </a:ext>
            </a:extLst>
          </p:cNvPr>
          <p:cNvSpPr>
            <a:spLocks noGrp="1"/>
          </p:cNvSpPr>
          <p:nvPr>
            <p:ph type="ftr" sz="quarter" idx="11"/>
          </p:nvPr>
        </p:nvSpPr>
        <p:spPr/>
        <p:txBody>
          <a:bodyPr/>
          <a:lstStyle/>
          <a:p>
            <a:r>
              <a:rPr lang="en-GB"/>
              <a:t>KIẾN THỨC - KỸ NĂNG - SÁNG TẠO - HỘI NHẬP</a:t>
            </a:r>
          </a:p>
        </p:txBody>
      </p:sp>
      <p:sp>
        <p:nvSpPr>
          <p:cNvPr id="6" name="Slide Number Placeholder 5">
            <a:extLst>
              <a:ext uri="{FF2B5EF4-FFF2-40B4-BE49-F238E27FC236}">
                <a16:creationId xmlns:a16="http://schemas.microsoft.com/office/drawing/2014/main" id="{3CCACF94-8E6D-08C0-EF54-E6667BA68651}"/>
              </a:ext>
            </a:extLst>
          </p:cNvPr>
          <p:cNvSpPr>
            <a:spLocks noGrp="1"/>
          </p:cNvSpPr>
          <p:nvPr>
            <p:ph type="sldNum" sz="quarter" idx="12"/>
          </p:nvPr>
        </p:nvSpPr>
        <p:spPr/>
        <p:txBody>
          <a:bodyPr/>
          <a:lstStyle/>
          <a:p>
            <a:fld id="{AA3D6EC1-CEF0-44B9-AC69-1554EEB371D5}" type="slidenum">
              <a:rPr lang="en-GB" smtClean="0"/>
              <a:pPr/>
              <a:t>7</a:t>
            </a:fld>
            <a:endParaRPr lang="en-GB"/>
          </a:p>
        </p:txBody>
      </p:sp>
      <p:pic>
        <p:nvPicPr>
          <p:cNvPr id="7" name="Picture 6">
            <a:extLst>
              <a:ext uri="{FF2B5EF4-FFF2-40B4-BE49-F238E27FC236}">
                <a16:creationId xmlns:a16="http://schemas.microsoft.com/office/drawing/2014/main" id="{3212E4B0-FB1C-52C7-84E6-3549587B1F2D}"/>
              </a:ext>
            </a:extLst>
          </p:cNvPr>
          <p:cNvPicPr>
            <a:picLocks noChangeAspect="1"/>
          </p:cNvPicPr>
          <p:nvPr/>
        </p:nvPicPr>
        <p:blipFill>
          <a:blip r:embed="rId2"/>
          <a:stretch>
            <a:fillRect/>
          </a:stretch>
        </p:blipFill>
        <p:spPr>
          <a:xfrm>
            <a:off x="0" y="2715966"/>
            <a:ext cx="2680447" cy="2680447"/>
          </a:xfrm>
          <a:prstGeom prst="rect">
            <a:avLst/>
          </a:prstGeom>
        </p:spPr>
      </p:pic>
      <p:pic>
        <p:nvPicPr>
          <p:cNvPr id="8" name="Picture 7">
            <a:extLst>
              <a:ext uri="{FF2B5EF4-FFF2-40B4-BE49-F238E27FC236}">
                <a16:creationId xmlns:a16="http://schemas.microsoft.com/office/drawing/2014/main" id="{FF5DA8A9-FFA8-7B46-D9D0-8F649062C275}"/>
              </a:ext>
            </a:extLst>
          </p:cNvPr>
          <p:cNvPicPr>
            <a:picLocks noChangeAspect="1"/>
          </p:cNvPicPr>
          <p:nvPr/>
        </p:nvPicPr>
        <p:blipFill>
          <a:blip r:embed="rId3"/>
          <a:stretch>
            <a:fillRect/>
          </a:stretch>
        </p:blipFill>
        <p:spPr>
          <a:xfrm>
            <a:off x="2886877" y="3346768"/>
            <a:ext cx="2303445" cy="1418842"/>
          </a:xfrm>
          <a:prstGeom prst="rect">
            <a:avLst/>
          </a:prstGeom>
        </p:spPr>
      </p:pic>
      <p:pic>
        <p:nvPicPr>
          <p:cNvPr id="9" name="Picture 8">
            <a:extLst>
              <a:ext uri="{FF2B5EF4-FFF2-40B4-BE49-F238E27FC236}">
                <a16:creationId xmlns:a16="http://schemas.microsoft.com/office/drawing/2014/main" id="{35295C9B-BE4C-C20D-E29D-3CF3DB135A02}"/>
              </a:ext>
            </a:extLst>
          </p:cNvPr>
          <p:cNvPicPr>
            <a:picLocks noChangeAspect="1"/>
          </p:cNvPicPr>
          <p:nvPr/>
        </p:nvPicPr>
        <p:blipFill>
          <a:blip r:embed="rId4"/>
          <a:stretch>
            <a:fillRect/>
          </a:stretch>
        </p:blipFill>
        <p:spPr>
          <a:xfrm>
            <a:off x="5821550" y="3346768"/>
            <a:ext cx="2303445" cy="1417159"/>
          </a:xfrm>
          <a:prstGeom prst="rect">
            <a:avLst/>
          </a:prstGeom>
        </p:spPr>
      </p:pic>
      <p:pic>
        <p:nvPicPr>
          <p:cNvPr id="11" name="Picture 10">
            <a:extLst>
              <a:ext uri="{FF2B5EF4-FFF2-40B4-BE49-F238E27FC236}">
                <a16:creationId xmlns:a16="http://schemas.microsoft.com/office/drawing/2014/main" id="{6C55A8E8-524B-5994-09B6-66C886145170}"/>
              </a:ext>
            </a:extLst>
          </p:cNvPr>
          <p:cNvPicPr>
            <a:picLocks noChangeAspect="1"/>
          </p:cNvPicPr>
          <p:nvPr/>
        </p:nvPicPr>
        <p:blipFill>
          <a:blip r:embed="rId5"/>
          <a:stretch>
            <a:fillRect/>
          </a:stretch>
        </p:blipFill>
        <p:spPr>
          <a:xfrm>
            <a:off x="8610600" y="3726672"/>
            <a:ext cx="2716810" cy="657349"/>
          </a:xfrm>
          <a:prstGeom prst="rect">
            <a:avLst/>
          </a:prstGeom>
        </p:spPr>
      </p:pic>
    </p:spTree>
    <p:extLst>
      <p:ext uri="{BB962C8B-B14F-4D97-AF65-F5344CB8AC3E}">
        <p14:creationId xmlns:p14="http://schemas.microsoft.com/office/powerpoint/2010/main" val="4053946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6CD5B-5BF5-D49A-E6F4-9E0F534F514D}"/>
              </a:ext>
            </a:extLst>
          </p:cNvPr>
          <p:cNvSpPr>
            <a:spLocks noGrp="1"/>
          </p:cNvSpPr>
          <p:nvPr>
            <p:ph type="title"/>
          </p:nvPr>
        </p:nvSpPr>
        <p:spPr>
          <a:xfrm>
            <a:off x="390525" y="1056780"/>
            <a:ext cx="10515600" cy="767410"/>
          </a:xfrm>
        </p:spPr>
        <p:txBody>
          <a:bodyPr>
            <a:normAutofit/>
          </a:bodyPr>
          <a:lstStyle/>
          <a:p>
            <a:r>
              <a:rPr lang="en-US" sz="3600" dirty="0"/>
              <a:t>4. Cài </a:t>
            </a:r>
            <a:r>
              <a:rPr lang="en-US" sz="3600" dirty="0" err="1"/>
              <a:t>đặt</a:t>
            </a:r>
            <a:r>
              <a:rPr lang="en-US" sz="3600" dirty="0"/>
              <a:t> </a:t>
            </a:r>
            <a:r>
              <a:rPr lang="en-US" sz="3600" dirty="0" err="1"/>
              <a:t>và</a:t>
            </a:r>
            <a:r>
              <a:rPr lang="en-US" sz="3600" dirty="0"/>
              <a:t> </a:t>
            </a:r>
            <a:r>
              <a:rPr lang="en-US" sz="3600" dirty="0" err="1"/>
              <a:t>vận</a:t>
            </a:r>
            <a:r>
              <a:rPr lang="en-US" sz="3600" dirty="0"/>
              <a:t> </a:t>
            </a:r>
            <a:r>
              <a:rPr lang="en-US" sz="3600" dirty="0" err="1"/>
              <a:t>hành</a:t>
            </a:r>
            <a:endParaRPr lang="vi-VN" sz="3600" dirty="0"/>
          </a:p>
        </p:txBody>
      </p:sp>
      <p:sp>
        <p:nvSpPr>
          <p:cNvPr id="3" name="Content Placeholder 2">
            <a:extLst>
              <a:ext uri="{FF2B5EF4-FFF2-40B4-BE49-F238E27FC236}">
                <a16:creationId xmlns:a16="http://schemas.microsoft.com/office/drawing/2014/main" id="{F76644AD-05EB-9534-8DEA-76D857862DF2}"/>
              </a:ext>
            </a:extLst>
          </p:cNvPr>
          <p:cNvSpPr>
            <a:spLocks noGrp="1"/>
          </p:cNvSpPr>
          <p:nvPr>
            <p:ph idx="1"/>
          </p:nvPr>
        </p:nvSpPr>
        <p:spPr>
          <a:xfrm>
            <a:off x="390525" y="1895475"/>
            <a:ext cx="7640667" cy="4281489"/>
          </a:xfrm>
        </p:spPr>
        <p:txBody>
          <a:bodyPr>
            <a:normAutofit/>
          </a:bodyPr>
          <a:lstStyle/>
          <a:p>
            <a:pPr>
              <a:buFontTx/>
              <a:buChar char="-"/>
            </a:pPr>
            <a:r>
              <a:rPr lang="vi-VN" sz="1800" dirty="0"/>
              <a:t>Cài đặt và vận hành server</a:t>
            </a:r>
            <a:endParaRPr lang="en-US" sz="1800" dirty="0"/>
          </a:p>
          <a:p>
            <a:r>
              <a:rPr lang="en-US" sz="1800" dirty="0"/>
              <a:t>V</a:t>
            </a:r>
            <a:r>
              <a:rPr lang="vi-VN" sz="1800" dirty="0"/>
              <a:t>ai trò cốt lõi: Server đóng vai trò trung tâm, chịu trách nhiệm tiếp nhận các yêu cầu kết nối và điều phối dữ liệu âm thanh giữa các Client.</a:t>
            </a:r>
            <a:endParaRPr lang="en-US" sz="1800" dirty="0"/>
          </a:p>
          <a:p>
            <a:r>
              <a:rPr lang="vi-VN" sz="1800" dirty="0"/>
              <a:t>Chức năng chính:</a:t>
            </a:r>
            <a:endParaRPr lang="en-US" sz="1800" dirty="0"/>
          </a:p>
          <a:p>
            <a:pPr>
              <a:buFont typeface="Wingdings" panose="05000000000000000000" pitchFamily="2" charset="2"/>
              <a:buChar char="Ø"/>
            </a:pPr>
            <a:r>
              <a:rPr lang="vi-VN" sz="1800" dirty="0"/>
              <a:t>Lắng nghe và chấp nhận kết nối thông qua lớp TcpListener.</a:t>
            </a:r>
            <a:endParaRPr lang="en-US" sz="1800" dirty="0"/>
          </a:p>
          <a:p>
            <a:pPr>
              <a:buFont typeface="Wingdings" panose="05000000000000000000" pitchFamily="2" charset="2"/>
              <a:buChar char="Ø"/>
            </a:pPr>
            <a:r>
              <a:rPr lang="vi-VN" sz="1800" dirty="0"/>
              <a:t>Quản lý danh sách các Client đang trực tuyến trong thời gian thực.</a:t>
            </a:r>
            <a:endParaRPr lang="en-US" sz="1800" dirty="0"/>
          </a:p>
          <a:p>
            <a:pPr>
              <a:buFont typeface="Wingdings" panose="05000000000000000000" pitchFamily="2" charset="2"/>
              <a:buChar char="Ø"/>
            </a:pPr>
            <a:r>
              <a:rPr lang="vi-VN" sz="1800" dirty="0"/>
              <a:t>Nhận luồng âm thanh và thực hiện kỹ thuật Broadcast (phát lại) đến tất cả các máy còn lại.</a:t>
            </a:r>
            <a:endParaRPr lang="en-US" sz="1800" dirty="0"/>
          </a:p>
          <a:p>
            <a:r>
              <a:rPr lang="vi-VN" sz="1800" dirty="0"/>
              <a:t>Quy trình vận hành:</a:t>
            </a:r>
            <a:endParaRPr lang="en-US" sz="1800" dirty="0"/>
          </a:p>
          <a:p>
            <a:pPr>
              <a:buFont typeface="Wingdings" panose="05000000000000000000" pitchFamily="2" charset="2"/>
              <a:buChar char="Ø"/>
            </a:pPr>
            <a:r>
              <a:rPr lang="vi-VN" sz="1800" dirty="0"/>
              <a:t>Khởi động chương trình và mở cổng mạng (Port) để lắng nghe.</a:t>
            </a:r>
            <a:endParaRPr lang="en-US" sz="1800" dirty="0"/>
          </a:p>
          <a:p>
            <a:pPr>
              <a:buFont typeface="Wingdings" panose="05000000000000000000" pitchFamily="2" charset="2"/>
              <a:buChar char="Ø"/>
            </a:pPr>
            <a:r>
              <a:rPr lang="vi-VN" sz="1800" dirty="0"/>
              <a:t>Tiếp nhận và lưu trữ thông tin khi có Client kết nối.</a:t>
            </a:r>
            <a:endParaRPr lang="en-US" sz="1800" dirty="0"/>
          </a:p>
          <a:p>
            <a:pPr>
              <a:buFont typeface="Wingdings" panose="05000000000000000000" pitchFamily="2" charset="2"/>
              <a:buChar char="Ø"/>
            </a:pPr>
            <a:r>
              <a:rPr lang="vi-VN" sz="1800" dirty="0"/>
              <a:t>Duy trì việc thu nhận và phân phối âm thanh liên tục, đảm bảo tính ổn định.</a:t>
            </a:r>
          </a:p>
        </p:txBody>
      </p:sp>
      <p:sp>
        <p:nvSpPr>
          <p:cNvPr id="4" name="Date Placeholder 3">
            <a:extLst>
              <a:ext uri="{FF2B5EF4-FFF2-40B4-BE49-F238E27FC236}">
                <a16:creationId xmlns:a16="http://schemas.microsoft.com/office/drawing/2014/main" id="{B325491E-5F99-E83B-981E-C4552B1D58D8}"/>
              </a:ext>
            </a:extLst>
          </p:cNvPr>
          <p:cNvSpPr>
            <a:spLocks noGrp="1"/>
          </p:cNvSpPr>
          <p:nvPr>
            <p:ph type="dt" sz="half" idx="10"/>
          </p:nvPr>
        </p:nvSpPr>
        <p:spPr/>
        <p:txBody>
          <a:bodyPr/>
          <a:lstStyle/>
          <a:p>
            <a:fld id="{19E0BBC2-331D-455A-8F34-6CACAAA7B272}" type="datetime1">
              <a:rPr lang="en-GB" smtClean="0"/>
              <a:pPr/>
              <a:t>24/01/2026</a:t>
            </a:fld>
            <a:endParaRPr lang="en-GB"/>
          </a:p>
        </p:txBody>
      </p:sp>
      <p:sp>
        <p:nvSpPr>
          <p:cNvPr id="5" name="Footer Placeholder 4">
            <a:extLst>
              <a:ext uri="{FF2B5EF4-FFF2-40B4-BE49-F238E27FC236}">
                <a16:creationId xmlns:a16="http://schemas.microsoft.com/office/drawing/2014/main" id="{F00E4F49-12B0-895A-E23D-FC0E0FC98C35}"/>
              </a:ext>
            </a:extLst>
          </p:cNvPr>
          <p:cNvSpPr>
            <a:spLocks noGrp="1"/>
          </p:cNvSpPr>
          <p:nvPr>
            <p:ph type="ftr" sz="quarter" idx="11"/>
          </p:nvPr>
        </p:nvSpPr>
        <p:spPr/>
        <p:txBody>
          <a:bodyPr/>
          <a:lstStyle/>
          <a:p>
            <a:r>
              <a:rPr lang="en-GB"/>
              <a:t>KIẾN THỨC - KỸ NĂNG - SÁNG TẠO - HỘI NHẬP</a:t>
            </a:r>
          </a:p>
        </p:txBody>
      </p:sp>
      <p:sp>
        <p:nvSpPr>
          <p:cNvPr id="6" name="Slide Number Placeholder 5">
            <a:extLst>
              <a:ext uri="{FF2B5EF4-FFF2-40B4-BE49-F238E27FC236}">
                <a16:creationId xmlns:a16="http://schemas.microsoft.com/office/drawing/2014/main" id="{22F9D891-FC9A-94A7-81BD-5F07BB30EDFD}"/>
              </a:ext>
            </a:extLst>
          </p:cNvPr>
          <p:cNvSpPr>
            <a:spLocks noGrp="1"/>
          </p:cNvSpPr>
          <p:nvPr>
            <p:ph type="sldNum" sz="quarter" idx="12"/>
          </p:nvPr>
        </p:nvSpPr>
        <p:spPr/>
        <p:txBody>
          <a:bodyPr/>
          <a:lstStyle/>
          <a:p>
            <a:fld id="{AA3D6EC1-CEF0-44B9-AC69-1554EEB371D5}" type="slidenum">
              <a:rPr lang="en-GB" smtClean="0"/>
              <a:pPr/>
              <a:t>8</a:t>
            </a:fld>
            <a:endParaRPr lang="en-GB"/>
          </a:p>
        </p:txBody>
      </p:sp>
      <p:pic>
        <p:nvPicPr>
          <p:cNvPr id="8" name="Picture 7">
            <a:extLst>
              <a:ext uri="{FF2B5EF4-FFF2-40B4-BE49-F238E27FC236}">
                <a16:creationId xmlns:a16="http://schemas.microsoft.com/office/drawing/2014/main" id="{55ABB448-9B6B-A1E2-E4A3-BA0DF185D358}"/>
              </a:ext>
            </a:extLst>
          </p:cNvPr>
          <p:cNvPicPr>
            <a:picLocks noChangeAspect="1"/>
          </p:cNvPicPr>
          <p:nvPr/>
        </p:nvPicPr>
        <p:blipFill>
          <a:blip r:embed="rId2"/>
          <a:stretch>
            <a:fillRect/>
          </a:stretch>
        </p:blipFill>
        <p:spPr>
          <a:xfrm>
            <a:off x="8153400" y="2399424"/>
            <a:ext cx="3430529" cy="3610295"/>
          </a:xfrm>
          <a:prstGeom prst="rect">
            <a:avLst/>
          </a:prstGeom>
        </p:spPr>
      </p:pic>
    </p:spTree>
    <p:extLst>
      <p:ext uri="{BB962C8B-B14F-4D97-AF65-F5344CB8AC3E}">
        <p14:creationId xmlns:p14="http://schemas.microsoft.com/office/powerpoint/2010/main" val="1234508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D811D-6E77-3B8F-582C-90889E8554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D79DFD-D5D6-7122-0ADB-8412FD25CB03}"/>
              </a:ext>
            </a:extLst>
          </p:cNvPr>
          <p:cNvSpPr>
            <a:spLocks noGrp="1"/>
          </p:cNvSpPr>
          <p:nvPr>
            <p:ph type="title"/>
          </p:nvPr>
        </p:nvSpPr>
        <p:spPr>
          <a:xfrm>
            <a:off x="390525" y="1056780"/>
            <a:ext cx="10515600" cy="767410"/>
          </a:xfrm>
        </p:spPr>
        <p:txBody>
          <a:bodyPr>
            <a:normAutofit/>
          </a:bodyPr>
          <a:lstStyle/>
          <a:p>
            <a:r>
              <a:rPr lang="en-US" sz="3600" dirty="0"/>
              <a:t>4. Cài </a:t>
            </a:r>
            <a:r>
              <a:rPr lang="en-US" sz="3600" dirty="0" err="1"/>
              <a:t>đặt</a:t>
            </a:r>
            <a:r>
              <a:rPr lang="en-US" sz="3600" dirty="0"/>
              <a:t> </a:t>
            </a:r>
            <a:r>
              <a:rPr lang="en-US" sz="3600" dirty="0" err="1"/>
              <a:t>và</a:t>
            </a:r>
            <a:r>
              <a:rPr lang="en-US" sz="3600" dirty="0"/>
              <a:t> </a:t>
            </a:r>
            <a:r>
              <a:rPr lang="en-US" sz="3600" dirty="0" err="1"/>
              <a:t>vận</a:t>
            </a:r>
            <a:r>
              <a:rPr lang="en-US" sz="3600" dirty="0"/>
              <a:t> </a:t>
            </a:r>
            <a:r>
              <a:rPr lang="en-US" sz="3600" dirty="0" err="1"/>
              <a:t>hành</a:t>
            </a:r>
            <a:endParaRPr lang="vi-VN" sz="3600" dirty="0"/>
          </a:p>
        </p:txBody>
      </p:sp>
      <p:sp>
        <p:nvSpPr>
          <p:cNvPr id="3" name="Content Placeholder 2">
            <a:extLst>
              <a:ext uri="{FF2B5EF4-FFF2-40B4-BE49-F238E27FC236}">
                <a16:creationId xmlns:a16="http://schemas.microsoft.com/office/drawing/2014/main" id="{B5DA5EC0-A4E9-743F-BB90-259760C53719}"/>
              </a:ext>
            </a:extLst>
          </p:cNvPr>
          <p:cNvSpPr>
            <a:spLocks noGrp="1"/>
          </p:cNvSpPr>
          <p:nvPr>
            <p:ph idx="1"/>
          </p:nvPr>
        </p:nvSpPr>
        <p:spPr>
          <a:xfrm>
            <a:off x="390525" y="1895475"/>
            <a:ext cx="7640667" cy="4281489"/>
          </a:xfrm>
        </p:spPr>
        <p:txBody>
          <a:bodyPr>
            <a:normAutofit lnSpcReduction="10000"/>
          </a:bodyPr>
          <a:lstStyle/>
          <a:p>
            <a:pPr>
              <a:buFontTx/>
              <a:buChar char="-"/>
            </a:pPr>
            <a:r>
              <a:rPr lang="vi-VN" sz="1800" dirty="0"/>
              <a:t>Cài đặt và vận hành client</a:t>
            </a:r>
            <a:endParaRPr lang="en-US" sz="1800" dirty="0"/>
          </a:p>
          <a:p>
            <a:r>
              <a:rPr lang="vi-VN" sz="1800" dirty="0"/>
              <a:t>Giao diện người dùng: Thiết kế tối giản, tập trung vào trải nghiệm đàm thoại nhanh chóng</a:t>
            </a:r>
            <a:endParaRPr lang="en-US" sz="1800" dirty="0"/>
          </a:p>
          <a:p>
            <a:r>
              <a:rPr lang="vi-VN" sz="1800" dirty="0"/>
              <a:t>Chức năng chính:</a:t>
            </a:r>
            <a:endParaRPr lang="en-US" sz="1800" dirty="0"/>
          </a:p>
          <a:p>
            <a:pPr>
              <a:buFont typeface="Wingdings" panose="05000000000000000000" pitchFamily="2" charset="2"/>
              <a:buChar char="Ø"/>
            </a:pPr>
            <a:r>
              <a:rPr lang="en-US" sz="1800" dirty="0"/>
              <a:t>K</a:t>
            </a:r>
            <a:r>
              <a:rPr lang="vi-VN" sz="1800" dirty="0"/>
              <a:t>ết nối linh hoạt đến Server qua địa chỉ IP và cổng mạng tùy chỉnh.</a:t>
            </a:r>
            <a:endParaRPr lang="en-US" sz="1800" dirty="0"/>
          </a:p>
          <a:p>
            <a:pPr>
              <a:buFont typeface="Wingdings" panose="05000000000000000000" pitchFamily="2" charset="2"/>
              <a:buChar char="Ø"/>
            </a:pPr>
            <a:r>
              <a:rPr lang="vi-VN" sz="1800" dirty="0"/>
              <a:t>Tích hợp thư viện NAudio để thu âm từ Microphone và phát âm thanh ra loa với độ trễ thấp.</a:t>
            </a:r>
            <a:endParaRPr lang="en-US" sz="1800" dirty="0"/>
          </a:p>
          <a:p>
            <a:pPr>
              <a:buFont typeface="Wingdings" panose="05000000000000000000" pitchFamily="2" charset="2"/>
              <a:buChar char="Ø"/>
            </a:pPr>
            <a:r>
              <a:rPr lang="vi-VN" sz="1800" dirty="0"/>
              <a:t>Có thanh trạng thái Microphone Level để người dùng theo dõi cường độ giọng nói của mình.</a:t>
            </a:r>
            <a:endParaRPr lang="en-US" sz="1800" dirty="0"/>
          </a:p>
          <a:p>
            <a:r>
              <a:rPr lang="vi-VN" sz="1800" dirty="0"/>
              <a:t>Các bước sử dụng:</a:t>
            </a:r>
            <a:endParaRPr lang="en-US" sz="1800" dirty="0"/>
          </a:p>
          <a:p>
            <a:pPr>
              <a:buFont typeface="Wingdings" panose="05000000000000000000" pitchFamily="2" charset="2"/>
              <a:buChar char="Ø"/>
            </a:pPr>
            <a:r>
              <a:rPr lang="vi-VN" sz="1800" dirty="0"/>
              <a:t>Nhập địa chỉ IP Server và nhấn nút "Connect".</a:t>
            </a:r>
            <a:endParaRPr lang="en-US" sz="1800" dirty="0"/>
          </a:p>
          <a:p>
            <a:pPr>
              <a:buFont typeface="Wingdings" panose="05000000000000000000" pitchFamily="2" charset="2"/>
              <a:buChar char="Ø"/>
            </a:pPr>
            <a:r>
              <a:rPr lang="vi-VN" sz="1800" dirty="0"/>
              <a:t>Hệ thống thông báo kết nối thành công và bắt đầu thu âm tự động.</a:t>
            </a:r>
            <a:endParaRPr lang="en-US" sz="1800" dirty="0"/>
          </a:p>
          <a:p>
            <a:pPr>
              <a:buFont typeface="Wingdings" panose="05000000000000000000" pitchFamily="2" charset="2"/>
              <a:buChar char="Ø"/>
            </a:pPr>
            <a:r>
              <a:rPr lang="vi-VN" sz="1800" dirty="0"/>
              <a:t>Người dùng trao đổi trực tiếp và nghe âm thanh từ các máy khác trong mạng.</a:t>
            </a:r>
          </a:p>
        </p:txBody>
      </p:sp>
      <p:sp>
        <p:nvSpPr>
          <p:cNvPr id="4" name="Date Placeholder 3">
            <a:extLst>
              <a:ext uri="{FF2B5EF4-FFF2-40B4-BE49-F238E27FC236}">
                <a16:creationId xmlns:a16="http://schemas.microsoft.com/office/drawing/2014/main" id="{DABAC5F8-A208-9F0B-E01C-A8CE2E2845D3}"/>
              </a:ext>
            </a:extLst>
          </p:cNvPr>
          <p:cNvSpPr>
            <a:spLocks noGrp="1"/>
          </p:cNvSpPr>
          <p:nvPr>
            <p:ph type="dt" sz="half" idx="10"/>
          </p:nvPr>
        </p:nvSpPr>
        <p:spPr/>
        <p:txBody>
          <a:bodyPr/>
          <a:lstStyle/>
          <a:p>
            <a:fld id="{19E0BBC2-331D-455A-8F34-6CACAAA7B272}" type="datetime1">
              <a:rPr lang="en-GB" smtClean="0"/>
              <a:pPr/>
              <a:t>24/01/2026</a:t>
            </a:fld>
            <a:endParaRPr lang="en-GB"/>
          </a:p>
        </p:txBody>
      </p:sp>
      <p:sp>
        <p:nvSpPr>
          <p:cNvPr id="5" name="Footer Placeholder 4">
            <a:extLst>
              <a:ext uri="{FF2B5EF4-FFF2-40B4-BE49-F238E27FC236}">
                <a16:creationId xmlns:a16="http://schemas.microsoft.com/office/drawing/2014/main" id="{5BA0F099-29E4-0847-586A-C034C21E4BCC}"/>
              </a:ext>
            </a:extLst>
          </p:cNvPr>
          <p:cNvSpPr>
            <a:spLocks noGrp="1"/>
          </p:cNvSpPr>
          <p:nvPr>
            <p:ph type="ftr" sz="quarter" idx="11"/>
          </p:nvPr>
        </p:nvSpPr>
        <p:spPr/>
        <p:txBody>
          <a:bodyPr/>
          <a:lstStyle/>
          <a:p>
            <a:r>
              <a:rPr lang="en-GB"/>
              <a:t>KIẾN THỨC - KỸ NĂNG - SÁNG TẠO - HỘI NHẬP</a:t>
            </a:r>
          </a:p>
        </p:txBody>
      </p:sp>
      <p:sp>
        <p:nvSpPr>
          <p:cNvPr id="6" name="Slide Number Placeholder 5">
            <a:extLst>
              <a:ext uri="{FF2B5EF4-FFF2-40B4-BE49-F238E27FC236}">
                <a16:creationId xmlns:a16="http://schemas.microsoft.com/office/drawing/2014/main" id="{1C0539F2-DE86-10E9-EFA2-9C97C627473B}"/>
              </a:ext>
            </a:extLst>
          </p:cNvPr>
          <p:cNvSpPr>
            <a:spLocks noGrp="1"/>
          </p:cNvSpPr>
          <p:nvPr>
            <p:ph type="sldNum" sz="quarter" idx="12"/>
          </p:nvPr>
        </p:nvSpPr>
        <p:spPr/>
        <p:txBody>
          <a:bodyPr/>
          <a:lstStyle/>
          <a:p>
            <a:fld id="{AA3D6EC1-CEF0-44B9-AC69-1554EEB371D5}" type="slidenum">
              <a:rPr lang="en-GB" smtClean="0"/>
              <a:pPr/>
              <a:t>9</a:t>
            </a:fld>
            <a:endParaRPr lang="en-GB"/>
          </a:p>
        </p:txBody>
      </p:sp>
      <p:pic>
        <p:nvPicPr>
          <p:cNvPr id="9" name="Picture 8">
            <a:extLst>
              <a:ext uri="{FF2B5EF4-FFF2-40B4-BE49-F238E27FC236}">
                <a16:creationId xmlns:a16="http://schemas.microsoft.com/office/drawing/2014/main" id="{702BF310-0AE4-A299-6252-366C39596469}"/>
              </a:ext>
            </a:extLst>
          </p:cNvPr>
          <p:cNvPicPr>
            <a:picLocks noChangeAspect="1"/>
          </p:cNvPicPr>
          <p:nvPr/>
        </p:nvPicPr>
        <p:blipFill>
          <a:blip r:embed="rId2"/>
          <a:stretch>
            <a:fillRect/>
          </a:stretch>
        </p:blipFill>
        <p:spPr>
          <a:xfrm>
            <a:off x="8342650" y="2133600"/>
            <a:ext cx="3265265" cy="3667620"/>
          </a:xfrm>
          <a:prstGeom prst="rect">
            <a:avLst/>
          </a:prstGeom>
        </p:spPr>
      </p:pic>
    </p:spTree>
    <p:extLst>
      <p:ext uri="{BB962C8B-B14F-4D97-AF65-F5344CB8AC3E}">
        <p14:creationId xmlns:p14="http://schemas.microsoft.com/office/powerpoint/2010/main" val="9808835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6FDA3-454F-3655-F081-916292915546}"/>
              </a:ext>
            </a:extLst>
          </p:cNvPr>
          <p:cNvSpPr>
            <a:spLocks noGrp="1"/>
          </p:cNvSpPr>
          <p:nvPr>
            <p:ph type="title"/>
          </p:nvPr>
        </p:nvSpPr>
        <p:spPr>
          <a:xfrm>
            <a:off x="838200" y="1228232"/>
            <a:ext cx="10515600" cy="767410"/>
          </a:xfrm>
        </p:spPr>
        <p:txBody>
          <a:bodyPr anchor="ctr">
            <a:normAutofit/>
          </a:bodyPr>
          <a:lstStyle/>
          <a:p>
            <a:r>
              <a:rPr lang="en-US" sz="3600" dirty="0"/>
              <a:t>5. </a:t>
            </a:r>
            <a:r>
              <a:rPr lang="vi-VN" sz="3600" dirty="0"/>
              <a:t>Kết quả thực nghiệm</a:t>
            </a:r>
          </a:p>
        </p:txBody>
      </p:sp>
      <p:sp>
        <p:nvSpPr>
          <p:cNvPr id="3" name="Content Placeholder 2">
            <a:extLst>
              <a:ext uri="{FF2B5EF4-FFF2-40B4-BE49-F238E27FC236}">
                <a16:creationId xmlns:a16="http://schemas.microsoft.com/office/drawing/2014/main" id="{F2DDFA1B-5A8A-F157-B9CA-2046F41974DE}"/>
              </a:ext>
            </a:extLst>
          </p:cNvPr>
          <p:cNvSpPr>
            <a:spLocks noGrp="1"/>
          </p:cNvSpPr>
          <p:nvPr>
            <p:ph sz="half" idx="1"/>
          </p:nvPr>
        </p:nvSpPr>
        <p:spPr>
          <a:xfrm>
            <a:off x="838200" y="2095130"/>
            <a:ext cx="5181600" cy="4081832"/>
          </a:xfrm>
        </p:spPr>
        <p:txBody>
          <a:bodyPr>
            <a:normAutofit/>
          </a:bodyPr>
          <a:lstStyle/>
          <a:p>
            <a:pPr algn="just"/>
            <a:r>
              <a:rPr lang="vi-VN" sz="2500" dirty="0"/>
              <a:t>Môi trường thử nghiệm: Triển khai trong mạng LAN nội bộ với số lượng từ 3 – 5 máy tính cùng lúc. </a:t>
            </a:r>
            <a:endParaRPr lang="en-US" sz="2500" dirty="0"/>
          </a:p>
          <a:p>
            <a:pPr algn="just"/>
            <a:r>
              <a:rPr lang="vi-VN" sz="2500" dirty="0"/>
              <a:t>Kịch bản thực hiện: </a:t>
            </a:r>
            <a:endParaRPr lang="en-US" sz="2500" dirty="0"/>
          </a:p>
          <a:p>
            <a:pPr algn="just">
              <a:buFont typeface="Wingdings" panose="05000000000000000000" pitchFamily="2" charset="2"/>
              <a:buChar char="Ø"/>
            </a:pPr>
            <a:r>
              <a:rPr lang="vi-VN" sz="2500" dirty="0"/>
              <a:t>Server khởi động và sẵn sàng tiếp nhận. </a:t>
            </a:r>
            <a:endParaRPr lang="en-US" sz="2500" dirty="0"/>
          </a:p>
          <a:p>
            <a:pPr algn="just">
              <a:buFont typeface="Wingdings" panose="05000000000000000000" pitchFamily="2" charset="2"/>
              <a:buChar char="Ø"/>
            </a:pPr>
            <a:r>
              <a:rPr lang="vi-VN" sz="2500" dirty="0"/>
              <a:t>Các máy Client lần lượt kết nối và thực hiện đàm thoại liên tục trong 10 – 15 phút mỗi phiên.</a:t>
            </a:r>
          </a:p>
        </p:txBody>
      </p:sp>
      <p:pic>
        <p:nvPicPr>
          <p:cNvPr id="7" name="Picture 6">
            <a:extLst>
              <a:ext uri="{FF2B5EF4-FFF2-40B4-BE49-F238E27FC236}">
                <a16:creationId xmlns:a16="http://schemas.microsoft.com/office/drawing/2014/main" id="{E1CCD16B-6263-156E-DBF0-2FD146E2FF39}"/>
              </a:ext>
            </a:extLst>
          </p:cNvPr>
          <p:cNvPicPr>
            <a:picLocks noChangeAspect="1"/>
          </p:cNvPicPr>
          <p:nvPr/>
        </p:nvPicPr>
        <p:blipFill>
          <a:blip r:embed="rId2"/>
          <a:stretch>
            <a:fillRect/>
          </a:stretch>
        </p:blipFill>
        <p:spPr>
          <a:xfrm>
            <a:off x="6096000" y="2670339"/>
            <a:ext cx="5692020" cy="2006436"/>
          </a:xfrm>
          <a:prstGeom prst="rect">
            <a:avLst/>
          </a:prstGeom>
          <a:noFill/>
        </p:spPr>
      </p:pic>
      <p:sp>
        <p:nvSpPr>
          <p:cNvPr id="4" name="Date Placeholder 3">
            <a:extLst>
              <a:ext uri="{FF2B5EF4-FFF2-40B4-BE49-F238E27FC236}">
                <a16:creationId xmlns:a16="http://schemas.microsoft.com/office/drawing/2014/main" id="{7AA832AF-09CF-41D1-E076-43FA9EA0E9E7}"/>
              </a:ext>
            </a:extLst>
          </p:cNvPr>
          <p:cNvSpPr>
            <a:spLocks noGrp="1"/>
          </p:cNvSpPr>
          <p:nvPr>
            <p:ph type="dt" sz="half" idx="10"/>
          </p:nvPr>
        </p:nvSpPr>
        <p:spPr>
          <a:xfrm>
            <a:off x="838200" y="6356354"/>
            <a:ext cx="2743200" cy="365125"/>
          </a:xfrm>
        </p:spPr>
        <p:txBody>
          <a:bodyPr anchor="ctr">
            <a:normAutofit/>
          </a:bodyPr>
          <a:lstStyle/>
          <a:p>
            <a:pPr>
              <a:spcAft>
                <a:spcPts val="600"/>
              </a:spcAft>
            </a:pPr>
            <a:fld id="{19E0BBC2-331D-455A-8F34-6CACAAA7B272}" type="datetime1">
              <a:rPr lang="en-GB" smtClean="0"/>
              <a:pPr>
                <a:spcAft>
                  <a:spcPts val="600"/>
                </a:spcAft>
              </a:pPr>
              <a:t>24/01/2026</a:t>
            </a:fld>
            <a:endParaRPr lang="en-GB"/>
          </a:p>
        </p:txBody>
      </p:sp>
      <p:sp>
        <p:nvSpPr>
          <p:cNvPr id="5" name="Footer Placeholder 4">
            <a:extLst>
              <a:ext uri="{FF2B5EF4-FFF2-40B4-BE49-F238E27FC236}">
                <a16:creationId xmlns:a16="http://schemas.microsoft.com/office/drawing/2014/main" id="{00779480-E00B-D91F-8DA1-C60F308901A5}"/>
              </a:ext>
            </a:extLst>
          </p:cNvPr>
          <p:cNvSpPr>
            <a:spLocks noGrp="1"/>
          </p:cNvSpPr>
          <p:nvPr>
            <p:ph type="ftr" sz="quarter" idx="11"/>
          </p:nvPr>
        </p:nvSpPr>
        <p:spPr>
          <a:xfrm>
            <a:off x="4038600" y="6356354"/>
            <a:ext cx="4114800" cy="365125"/>
          </a:xfrm>
        </p:spPr>
        <p:txBody>
          <a:bodyPr anchor="ctr">
            <a:normAutofit/>
          </a:bodyPr>
          <a:lstStyle/>
          <a:p>
            <a:pPr>
              <a:spcAft>
                <a:spcPts val="600"/>
              </a:spcAft>
            </a:pPr>
            <a:r>
              <a:rPr lang="en-GB"/>
              <a:t>KIẾN THỨC - KỸ NĂNG - SÁNG TẠO - HỘI NHẬP</a:t>
            </a:r>
          </a:p>
        </p:txBody>
      </p:sp>
      <p:sp>
        <p:nvSpPr>
          <p:cNvPr id="6" name="Slide Number Placeholder 5">
            <a:extLst>
              <a:ext uri="{FF2B5EF4-FFF2-40B4-BE49-F238E27FC236}">
                <a16:creationId xmlns:a16="http://schemas.microsoft.com/office/drawing/2014/main" id="{E5DFF5BB-059A-55AA-61AA-E4DCA487A9AF}"/>
              </a:ext>
            </a:extLst>
          </p:cNvPr>
          <p:cNvSpPr>
            <a:spLocks noGrp="1"/>
          </p:cNvSpPr>
          <p:nvPr>
            <p:ph type="sldNum" sz="quarter" idx="12"/>
          </p:nvPr>
        </p:nvSpPr>
        <p:spPr>
          <a:xfrm>
            <a:off x="8610600" y="6356354"/>
            <a:ext cx="2743200" cy="365125"/>
          </a:xfrm>
        </p:spPr>
        <p:txBody>
          <a:bodyPr anchor="ctr">
            <a:normAutofit/>
          </a:bodyPr>
          <a:lstStyle/>
          <a:p>
            <a:pPr>
              <a:spcAft>
                <a:spcPts val="600"/>
              </a:spcAft>
            </a:pPr>
            <a:fld id="{AA3D6EC1-CEF0-44B9-AC69-1554EEB371D5}" type="slidenum">
              <a:rPr lang="en-GB" smtClean="0"/>
              <a:pPr>
                <a:spcAft>
                  <a:spcPts val="600"/>
                </a:spcAft>
              </a:pPr>
              <a:t>10</a:t>
            </a:fld>
            <a:endParaRPr lang="en-GB"/>
          </a:p>
        </p:txBody>
      </p:sp>
    </p:spTree>
    <p:extLst>
      <p:ext uri="{BB962C8B-B14F-4D97-AF65-F5344CB8AC3E}">
        <p14:creationId xmlns:p14="http://schemas.microsoft.com/office/powerpoint/2010/main" val="42878232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F9DEC-A8E1-52F3-3287-AC7E1E7160F2}"/>
              </a:ext>
            </a:extLst>
          </p:cNvPr>
          <p:cNvSpPr>
            <a:spLocks noGrp="1"/>
          </p:cNvSpPr>
          <p:nvPr>
            <p:ph type="title"/>
          </p:nvPr>
        </p:nvSpPr>
        <p:spPr>
          <a:xfrm>
            <a:off x="838200" y="3088257"/>
            <a:ext cx="10515600" cy="1108153"/>
          </a:xfrm>
        </p:spPr>
        <p:txBody>
          <a:bodyPr>
            <a:normAutofit fontScale="90000"/>
          </a:bodyPr>
          <a:lstStyle/>
          <a:p>
            <a:pPr algn="ctr"/>
            <a:r>
              <a:rPr lang="en-US" b="1" dirty="0">
                <a:solidFill>
                  <a:srgbClr val="008080"/>
                </a:solidFill>
                <a:latin typeface="Times New Roman" panose="02020603050405020304" pitchFamily="18" charset="0"/>
              </a:rPr>
              <a:t>CẢM ƠN THẦY </a:t>
            </a:r>
            <a:r>
              <a:rPr lang="en-US" b="1" dirty="0" err="1">
                <a:solidFill>
                  <a:srgbClr val="008080"/>
                </a:solidFill>
                <a:latin typeface="Times New Roman" panose="02020603050405020304" pitchFamily="18" charset="0"/>
              </a:rPr>
              <a:t>và</a:t>
            </a:r>
            <a:r>
              <a:rPr lang="en-US" b="1" dirty="0">
                <a:solidFill>
                  <a:srgbClr val="008080"/>
                </a:solidFill>
                <a:latin typeface="Times New Roman" panose="02020603050405020304" pitchFamily="18" charset="0"/>
              </a:rPr>
              <a:t> CÁC BẠN ĐÃ  THEO DÕI</a:t>
            </a:r>
            <a:endParaRPr lang="vi-VN" dirty="0">
              <a:solidFill>
                <a:srgbClr val="008080"/>
              </a:solidFill>
            </a:endParaRPr>
          </a:p>
        </p:txBody>
      </p:sp>
      <p:sp>
        <p:nvSpPr>
          <p:cNvPr id="3" name="Date Placeholder 2">
            <a:extLst>
              <a:ext uri="{FF2B5EF4-FFF2-40B4-BE49-F238E27FC236}">
                <a16:creationId xmlns:a16="http://schemas.microsoft.com/office/drawing/2014/main" id="{15AA9450-30E3-5EF0-9C29-71A622698F32}"/>
              </a:ext>
            </a:extLst>
          </p:cNvPr>
          <p:cNvSpPr>
            <a:spLocks noGrp="1"/>
          </p:cNvSpPr>
          <p:nvPr>
            <p:ph type="dt" sz="half" idx="10"/>
          </p:nvPr>
        </p:nvSpPr>
        <p:spPr/>
        <p:txBody>
          <a:bodyPr/>
          <a:lstStyle/>
          <a:p>
            <a:fld id="{D5231884-8841-474E-B980-3663B77BB24B}" type="datetime1">
              <a:rPr lang="en-GB" smtClean="0"/>
              <a:t>24/01/2026</a:t>
            </a:fld>
            <a:endParaRPr lang="en-GB"/>
          </a:p>
        </p:txBody>
      </p:sp>
      <p:sp>
        <p:nvSpPr>
          <p:cNvPr id="4" name="Footer Placeholder 3">
            <a:extLst>
              <a:ext uri="{FF2B5EF4-FFF2-40B4-BE49-F238E27FC236}">
                <a16:creationId xmlns:a16="http://schemas.microsoft.com/office/drawing/2014/main" id="{6A31F19C-27C8-7C1A-D9B1-EEAED75B4281}"/>
              </a:ext>
            </a:extLst>
          </p:cNvPr>
          <p:cNvSpPr>
            <a:spLocks noGrp="1"/>
          </p:cNvSpPr>
          <p:nvPr>
            <p:ph type="ftr" sz="quarter" idx="11"/>
          </p:nvPr>
        </p:nvSpPr>
        <p:spPr/>
        <p:txBody>
          <a:bodyPr/>
          <a:lstStyle/>
          <a:p>
            <a:r>
              <a:rPr lang="en-GB"/>
              <a:t>KIẾN THỨC - KỸ NĂNG - SÁNG TẠO - HỘI NHẬP</a:t>
            </a:r>
          </a:p>
        </p:txBody>
      </p:sp>
      <p:sp>
        <p:nvSpPr>
          <p:cNvPr id="5" name="Slide Number Placeholder 4">
            <a:extLst>
              <a:ext uri="{FF2B5EF4-FFF2-40B4-BE49-F238E27FC236}">
                <a16:creationId xmlns:a16="http://schemas.microsoft.com/office/drawing/2014/main" id="{0155E6A6-A12E-AF75-F097-17F2C1569C07}"/>
              </a:ext>
            </a:extLst>
          </p:cNvPr>
          <p:cNvSpPr>
            <a:spLocks noGrp="1"/>
          </p:cNvSpPr>
          <p:nvPr>
            <p:ph type="sldNum" sz="quarter" idx="12"/>
          </p:nvPr>
        </p:nvSpPr>
        <p:spPr/>
        <p:txBody>
          <a:bodyPr/>
          <a:lstStyle/>
          <a:p>
            <a:fld id="{AA3D6EC1-CEF0-44B9-AC69-1554EEB371D5}" type="slidenum">
              <a:rPr lang="en-GB" smtClean="0"/>
              <a:t>11</a:t>
            </a:fld>
            <a:endParaRPr lang="en-GB"/>
          </a:p>
        </p:txBody>
      </p:sp>
    </p:spTree>
    <p:extLst>
      <p:ext uri="{BB962C8B-B14F-4D97-AF65-F5344CB8AC3E}">
        <p14:creationId xmlns:p14="http://schemas.microsoft.com/office/powerpoint/2010/main" val="103105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C404-4EB6-FE71-5159-ADF7A49866A2}"/>
              </a:ext>
            </a:extLst>
          </p:cNvPr>
          <p:cNvSpPr>
            <a:spLocks noGrp="1"/>
          </p:cNvSpPr>
          <p:nvPr>
            <p:ph type="title"/>
          </p:nvPr>
        </p:nvSpPr>
        <p:spPr/>
        <p:txBody>
          <a:bodyPr>
            <a:normAutofit/>
          </a:bodyPr>
          <a:lstStyle/>
          <a:p>
            <a:r>
              <a:rPr lang="en-US" sz="3600" dirty="0"/>
              <a:t>6. </a:t>
            </a:r>
            <a:r>
              <a:rPr lang="vi-VN" sz="3600" dirty="0"/>
              <a:t>ĐÁNH GIÁ VÀ HƯỚNG PHÁT TRIỂN</a:t>
            </a:r>
          </a:p>
        </p:txBody>
      </p:sp>
      <p:sp>
        <p:nvSpPr>
          <p:cNvPr id="3" name="Content Placeholder 2">
            <a:extLst>
              <a:ext uri="{FF2B5EF4-FFF2-40B4-BE49-F238E27FC236}">
                <a16:creationId xmlns:a16="http://schemas.microsoft.com/office/drawing/2014/main" id="{1C93F3ED-48C8-352C-4B1F-C780A11B142F}"/>
              </a:ext>
            </a:extLst>
          </p:cNvPr>
          <p:cNvSpPr>
            <a:spLocks noGrp="1"/>
          </p:cNvSpPr>
          <p:nvPr>
            <p:ph idx="1"/>
          </p:nvPr>
        </p:nvSpPr>
        <p:spPr>
          <a:xfrm>
            <a:off x="877737" y="2088766"/>
            <a:ext cx="10336603" cy="4001934"/>
          </a:xfrm>
        </p:spPr>
        <p:txBody>
          <a:bodyPr>
            <a:normAutofit/>
          </a:bodyPr>
          <a:lstStyle/>
          <a:p>
            <a:r>
              <a:rPr lang="vi-VN" sz="2000" dirty="0"/>
              <a:t>Kết quả đạt được: </a:t>
            </a:r>
            <a:endParaRPr lang="en-US" sz="2000" dirty="0"/>
          </a:p>
          <a:p>
            <a:pPr>
              <a:buFont typeface="Wingdings" panose="05000000000000000000" pitchFamily="2" charset="2"/>
              <a:buChar char="Ø"/>
            </a:pPr>
            <a:r>
              <a:rPr lang="vi-VN" sz="2000" dirty="0"/>
              <a:t>Xây dựng thành công hệ thống đàm thoại nội bộ theo đúng mục tiêu ban đầu. </a:t>
            </a:r>
            <a:endParaRPr lang="en-US" sz="2000" dirty="0"/>
          </a:p>
          <a:p>
            <a:pPr>
              <a:buFont typeface="Wingdings" panose="05000000000000000000" pitchFamily="2" charset="2"/>
              <a:buChar char="Ø"/>
            </a:pPr>
            <a:r>
              <a:rPr lang="vi-VN" sz="2000" dirty="0"/>
              <a:t>Giao diện đơn giản, dễ sử dụng cho người không chuyên về kỹ thuật. </a:t>
            </a:r>
            <a:endParaRPr lang="en-US" sz="2000" dirty="0"/>
          </a:p>
          <a:p>
            <a:pPr>
              <a:buFont typeface="Wingdings" panose="05000000000000000000" pitchFamily="2" charset="2"/>
              <a:buChar char="Ø"/>
            </a:pPr>
            <a:r>
              <a:rPr lang="vi-VN" sz="2000" dirty="0"/>
              <a:t>Củng cố kiến thức về lập trình Socket và xử lý luồng âm thanh nhị phân. </a:t>
            </a:r>
            <a:endParaRPr lang="en-US" sz="2000" dirty="0"/>
          </a:p>
          <a:p>
            <a:r>
              <a:rPr lang="vi-VN" sz="2000" dirty="0"/>
              <a:t>Hạn chế còn tồn tại: Hiện tại mới chỉ hoạt động tốt trong mạng LAN, chưa hỗ trợ kết nối qua Internet. </a:t>
            </a:r>
            <a:endParaRPr lang="en-US" sz="2000" dirty="0"/>
          </a:p>
          <a:p>
            <a:r>
              <a:rPr lang="vi-VN" sz="2000" dirty="0"/>
              <a:t>Chưa có cơ chế mã hóa để bảo vệ tuyệt đối dữ liệu âm thanh. Hướng phát triển: Nâng cấp khả năng kết nối Internet (NAT Traversal, STUN/TURN). </a:t>
            </a:r>
            <a:endParaRPr lang="en-US" sz="2000" dirty="0"/>
          </a:p>
          <a:p>
            <a:r>
              <a:rPr lang="vi-VN" sz="2000" dirty="0"/>
              <a:t>Bổ sung tính năng mã hóa dữ liệu, Chat văn bản và Video Call. Tối ưu hóa hiệu năng để hỗ trợ số lượng Client lớn hơn.</a:t>
            </a:r>
          </a:p>
        </p:txBody>
      </p:sp>
      <p:sp>
        <p:nvSpPr>
          <p:cNvPr id="4" name="Date Placeholder 3">
            <a:extLst>
              <a:ext uri="{FF2B5EF4-FFF2-40B4-BE49-F238E27FC236}">
                <a16:creationId xmlns:a16="http://schemas.microsoft.com/office/drawing/2014/main" id="{2BC0411C-AABA-0ECF-C46D-3516116097A4}"/>
              </a:ext>
            </a:extLst>
          </p:cNvPr>
          <p:cNvSpPr>
            <a:spLocks noGrp="1"/>
          </p:cNvSpPr>
          <p:nvPr>
            <p:ph type="dt" sz="half" idx="10"/>
          </p:nvPr>
        </p:nvSpPr>
        <p:spPr/>
        <p:txBody>
          <a:bodyPr/>
          <a:lstStyle/>
          <a:p>
            <a:fld id="{19E0BBC2-331D-455A-8F34-6CACAAA7B272}" type="datetime1">
              <a:rPr lang="en-GB" smtClean="0"/>
              <a:pPr/>
              <a:t>24/01/2026</a:t>
            </a:fld>
            <a:endParaRPr lang="en-GB"/>
          </a:p>
        </p:txBody>
      </p:sp>
      <p:sp>
        <p:nvSpPr>
          <p:cNvPr id="5" name="Footer Placeholder 4">
            <a:extLst>
              <a:ext uri="{FF2B5EF4-FFF2-40B4-BE49-F238E27FC236}">
                <a16:creationId xmlns:a16="http://schemas.microsoft.com/office/drawing/2014/main" id="{D8DFA752-F981-5011-5EA1-4BB2BAFDD5A5}"/>
              </a:ext>
            </a:extLst>
          </p:cNvPr>
          <p:cNvSpPr>
            <a:spLocks noGrp="1"/>
          </p:cNvSpPr>
          <p:nvPr>
            <p:ph type="ftr" sz="quarter" idx="11"/>
          </p:nvPr>
        </p:nvSpPr>
        <p:spPr/>
        <p:txBody>
          <a:bodyPr/>
          <a:lstStyle/>
          <a:p>
            <a:r>
              <a:rPr lang="en-GB"/>
              <a:t>KIẾN THỨC - KỸ NĂNG - SÁNG TẠO - HỘI NHẬP</a:t>
            </a:r>
          </a:p>
        </p:txBody>
      </p:sp>
      <p:sp>
        <p:nvSpPr>
          <p:cNvPr id="6" name="Slide Number Placeholder 5">
            <a:extLst>
              <a:ext uri="{FF2B5EF4-FFF2-40B4-BE49-F238E27FC236}">
                <a16:creationId xmlns:a16="http://schemas.microsoft.com/office/drawing/2014/main" id="{F2BE83EF-75C0-0DDD-1CB0-3F848D516C1D}"/>
              </a:ext>
            </a:extLst>
          </p:cNvPr>
          <p:cNvSpPr>
            <a:spLocks noGrp="1"/>
          </p:cNvSpPr>
          <p:nvPr>
            <p:ph type="sldNum" sz="quarter" idx="12"/>
          </p:nvPr>
        </p:nvSpPr>
        <p:spPr/>
        <p:txBody>
          <a:bodyPr/>
          <a:lstStyle/>
          <a:p>
            <a:fld id="{AA3D6EC1-CEF0-44B9-AC69-1554EEB371D5}" type="slidenum">
              <a:rPr lang="en-GB" smtClean="0"/>
              <a:pPr/>
              <a:t>12</a:t>
            </a:fld>
            <a:endParaRPr lang="en-GB"/>
          </a:p>
        </p:txBody>
      </p:sp>
    </p:spTree>
    <p:extLst>
      <p:ext uri="{BB962C8B-B14F-4D97-AF65-F5344CB8AC3E}">
        <p14:creationId xmlns:p14="http://schemas.microsoft.com/office/powerpoint/2010/main" val="2783983517"/>
      </p:ext>
    </p:extLst>
  </p:cSld>
  <p:clrMapOvr>
    <a:masterClrMapping/>
  </p:clrMapOvr>
</p:sld>
</file>

<file path=ppt/theme/theme1.xml><?xml version="1.0" encoding="utf-8"?>
<a:theme xmlns:a="http://schemas.openxmlformats.org/drawingml/2006/main" name="UTH-Slide-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TH-Slide-Theme" id="{2763F190-FCB6-4FC7-BA38-A1E39173AA87}" vid="{E1D9DFA4-F8AD-4E2F-9982-D367BC00A6B9}"/>
    </a:ext>
  </a:extLst>
</a:theme>
</file>

<file path=docProps/app.xml><?xml version="1.0" encoding="utf-8"?>
<Properties xmlns="http://schemas.openxmlformats.org/officeDocument/2006/extended-properties" xmlns:vt="http://schemas.openxmlformats.org/officeDocument/2006/docPropsVTypes">
  <Template>UTH-Slide-Theme</Template>
  <TotalTime>287</TotalTime>
  <Words>1419</Words>
  <Application>Microsoft Office PowerPoint</Application>
  <PresentationFormat>Widescreen</PresentationFormat>
  <Paragraphs>118</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Segoe UI Black</vt:lpstr>
      <vt:lpstr>Times New Roman</vt:lpstr>
      <vt:lpstr>Wingdings</vt:lpstr>
      <vt:lpstr>UTH-Slide-Theme</vt:lpstr>
      <vt:lpstr>PowerPoint Presentation</vt:lpstr>
      <vt:lpstr>Nội dung chính</vt:lpstr>
      <vt:lpstr>1. Lý do và mục tiêu chọn đề tài </vt:lpstr>
      <vt:lpstr>1. Lý do và mục tiêu chọn đề tài </vt:lpstr>
      <vt:lpstr>2. Phân tích và thiết kế hệ thống</vt:lpstr>
      <vt:lpstr>3. Luồng hoạt động của hệ thống</vt:lpstr>
      <vt:lpstr>4. Công cụ và môi trường phát triển</vt:lpstr>
      <vt:lpstr>4. Cài đặt và vận hành</vt:lpstr>
      <vt:lpstr>4. Cài đặt và vận hành</vt:lpstr>
      <vt:lpstr>5. Kết quả thực nghiệm</vt:lpstr>
      <vt:lpstr>CẢM ƠN THẦY và CÁC BẠN ĐÃ  THEO DÕI</vt:lpstr>
      <vt:lpstr>6. ĐÁNH GIÁ VÀ HƯỚNG PHÁT TRIỂN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TG - Bùi Dương Thế - 2001201093</dc:creator>
  <cp:lastModifiedBy>Hiếu Phạm</cp:lastModifiedBy>
  <cp:revision>2</cp:revision>
  <dcterms:created xsi:type="dcterms:W3CDTF">2023-12-02T15:32:41Z</dcterms:created>
  <dcterms:modified xsi:type="dcterms:W3CDTF">2026-01-24T15:43:43Z</dcterms:modified>
</cp:coreProperties>
</file>